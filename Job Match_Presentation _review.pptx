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9"/>
  </p:notesMasterIdLst>
  <p:sldIdLst>
    <p:sldId id="256" r:id="rId2"/>
    <p:sldId id="258" r:id="rId3"/>
    <p:sldId id="262" r:id="rId4"/>
    <p:sldId id="264" r:id="rId5"/>
    <p:sldId id="265" r:id="rId6"/>
    <p:sldId id="270" r:id="rId7"/>
    <p:sldId id="274" r:id="rId8"/>
    <p:sldId id="275" r:id="rId9"/>
    <p:sldId id="276" r:id="rId10"/>
    <p:sldId id="277" r:id="rId11"/>
    <p:sldId id="281" r:id="rId12"/>
    <p:sldId id="284" r:id="rId13"/>
    <p:sldId id="286" r:id="rId14"/>
    <p:sldId id="288" r:id="rId15"/>
    <p:sldId id="291" r:id="rId16"/>
    <p:sldId id="289" r:id="rId17"/>
    <p:sldId id="292" r:id="rId18"/>
  </p:sldIdLst>
  <p:sldSz cx="9144000" cy="5143500" type="screen16x9"/>
  <p:notesSz cx="6858000" cy="9144000"/>
  <p:embeddedFontLst>
    <p:embeddedFont>
      <p:font typeface="Alexandria" panose="020B0604020202020204" charset="-78"/>
      <p:regular r:id="rId20"/>
      <p:bold r:id="rId21"/>
    </p:embeddedFont>
    <p:embeddedFont>
      <p:font typeface="Anaheim" panose="020B0604020202020204" charset="0"/>
      <p:regular r:id="rId22"/>
      <p:bold r:id="rId23"/>
    </p:embeddedFont>
    <p:embeddedFont>
      <p:font typeface="Bebas Neue" panose="020B0606020202050201" pitchFamily="34" charset="0"/>
      <p:regular r:id="rId24"/>
    </p:embeddedFont>
    <p:embeddedFont>
      <p:font typeface="Noto Sans" panose="020B0502040504020204" pitchFamily="34" charset="0"/>
      <p:regular r:id="rId25"/>
      <p:bold r:id="rId26"/>
      <p:italic r:id="rId27"/>
      <p:boldItalic r:id="rId28"/>
    </p:embeddedFont>
    <p:embeddedFont>
      <p:font typeface="Noto Sans Medium" panose="020B0604020202020204" charset="0"/>
      <p:regular r:id="rId29"/>
      <p:bold r:id="rId30"/>
      <p:italic r:id="rId31"/>
      <p:boldItalic r:id="rId32"/>
    </p:embeddedFont>
    <p:embeddedFont>
      <p:font typeface="Nunito Light" pitchFamily="2" charset="0"/>
      <p:regular r:id="rId33"/>
      <p:italic r:id="rId34"/>
    </p:embeddedFont>
    <p:embeddedFont>
      <p:font typeface="Raleway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BF7850-E27D-41CF-87E6-46C9DE6AA74F}">
  <a:tblStyle styleId="{17BF7850-E27D-41CF-87E6-46C9DE6AA7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7D80703-AE43-4F55-A96C-4D2F93EEE37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presProps" Target="pres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2e6546f8d5_0_1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2e6546f8d5_0_1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2e83606e82_1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2e83606e82_1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2e83606e82_1_2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2e83606e82_1_2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2e6546f8d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2e6546f8d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2f74a43024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2f74a43024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858257EC-5368-0EB2-206F-0BFC3D787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2e6546f8d5_0_28:notes">
            <a:extLst>
              <a:ext uri="{FF2B5EF4-FFF2-40B4-BE49-F238E27FC236}">
                <a16:creationId xmlns:a16="http://schemas.microsoft.com/office/drawing/2014/main" id="{4B9846FE-6423-B6C7-935B-D08BCDF24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2e6546f8d5_0_28:notes">
            <a:extLst>
              <a:ext uri="{FF2B5EF4-FFF2-40B4-BE49-F238E27FC236}">
                <a16:creationId xmlns:a16="http://schemas.microsoft.com/office/drawing/2014/main" id="{ABBD109E-B134-9280-63A1-7DDC598E2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9732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2e6546f8d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2e6546f8d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3CA2A376-1BF3-193E-EB5C-18E7045F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2e6546f8d5_0_28:notes">
            <a:extLst>
              <a:ext uri="{FF2B5EF4-FFF2-40B4-BE49-F238E27FC236}">
                <a16:creationId xmlns:a16="http://schemas.microsoft.com/office/drawing/2014/main" id="{6352902B-3F03-F5DE-4941-CF8F329B2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2e6546f8d5_0_28:notes">
            <a:extLst>
              <a:ext uri="{FF2B5EF4-FFF2-40B4-BE49-F238E27FC236}">
                <a16:creationId xmlns:a16="http://schemas.microsoft.com/office/drawing/2014/main" id="{DA08BED8-3EA4-EBA6-63A0-B07593D53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432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55300" y="-75"/>
            <a:ext cx="10071037" cy="5143425"/>
            <a:chOff x="-455300" y="-75"/>
            <a:chExt cx="10071037" cy="5143425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6484500" y="-75"/>
              <a:ext cx="2659500" cy="27579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6650" y="1945350"/>
              <a:ext cx="3156300" cy="319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45850" y="192714"/>
              <a:ext cx="8665539" cy="4764600"/>
              <a:chOff x="245850" y="192714"/>
              <a:chExt cx="8665539" cy="47646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245889" y="192714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" name="Google Shape;14;p2"/>
              <p:cNvCxnSpPr/>
              <p:nvPr/>
            </p:nvCxnSpPr>
            <p:spPr>
              <a:xfrm>
                <a:off x="245850" y="57105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245850" y="4568875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-455300" y="1560453"/>
              <a:ext cx="1745978" cy="1725741"/>
              <a:chOff x="-178495" y="1708878"/>
              <a:chExt cx="1745978" cy="1725741"/>
            </a:xfrm>
          </p:grpSpPr>
          <p:sp>
            <p:nvSpPr>
              <p:cNvPr id="17" name="Google Shape;17;p2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 flipH="1">
              <a:off x="7869759" y="1279489"/>
              <a:ext cx="1745978" cy="1725741"/>
              <a:chOff x="-178495" y="1708878"/>
              <a:chExt cx="1745978" cy="1725741"/>
            </a:xfrm>
          </p:grpSpPr>
          <p:sp>
            <p:nvSpPr>
              <p:cNvPr id="21" name="Google Shape;21;p2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2257525" y="1208652"/>
            <a:ext cx="4642200" cy="17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2186250" y="3872650"/>
            <a:ext cx="4771500" cy="40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 flipH="1">
            <a:off x="740100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 rot="10800000" flipH="1">
            <a:off x="-665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6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83" name="Google Shape;83;p6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4" name="Google Shape;84;p6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85;p6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6" name="Google Shape;8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87" name="Google Shape;87;p6"/>
          <p:cNvGrpSpPr/>
          <p:nvPr/>
        </p:nvGrpSpPr>
        <p:grpSpPr>
          <a:xfrm flipH="1">
            <a:off x="8316036" y="3478744"/>
            <a:ext cx="1745978" cy="1725741"/>
            <a:chOff x="-178495" y="1708878"/>
            <a:chExt cx="1745978" cy="1725741"/>
          </a:xfrm>
        </p:grpSpPr>
        <p:sp>
          <p:nvSpPr>
            <p:cNvPr id="88" name="Google Shape;88;p6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-1018889" y="-3178"/>
            <a:ext cx="1745978" cy="1725741"/>
            <a:chOff x="-178495" y="1708878"/>
            <a:chExt cx="1745978" cy="1725741"/>
          </a:xfrm>
        </p:grpSpPr>
        <p:sp>
          <p:nvSpPr>
            <p:cNvPr id="92" name="Google Shape;92;p6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 rot="10800000">
            <a:off x="729660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-665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7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99" name="Google Shape;99;p7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0" name="Google Shape;100;p7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7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2" name="Google Shape;102;p7"/>
          <p:cNvSpPr txBox="1">
            <a:spLocks noGrp="1"/>
          </p:cNvSpPr>
          <p:nvPr>
            <p:ph type="title"/>
          </p:nvPr>
        </p:nvSpPr>
        <p:spPr>
          <a:xfrm>
            <a:off x="4248913" y="929625"/>
            <a:ext cx="3323100" cy="11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subTitle" idx="1"/>
          </p:nvPr>
        </p:nvSpPr>
        <p:spPr>
          <a:xfrm>
            <a:off x="4249325" y="2245875"/>
            <a:ext cx="37398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◇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>
            <a:spLocks noGrp="1"/>
          </p:cNvSpPr>
          <p:nvPr>
            <p:ph type="pic" idx="2"/>
          </p:nvPr>
        </p:nvSpPr>
        <p:spPr>
          <a:xfrm>
            <a:off x="938125" y="1042950"/>
            <a:ext cx="2904900" cy="30576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3"/>
          <p:cNvGrpSpPr/>
          <p:nvPr/>
        </p:nvGrpSpPr>
        <p:grpSpPr>
          <a:xfrm>
            <a:off x="-449422" y="50"/>
            <a:ext cx="10066337" cy="5143372"/>
            <a:chOff x="-449422" y="50"/>
            <a:chExt cx="10066337" cy="5143372"/>
          </a:xfrm>
        </p:grpSpPr>
        <p:sp>
          <p:nvSpPr>
            <p:cNvPr id="159" name="Google Shape;159;p13"/>
            <p:cNvSpPr/>
            <p:nvPr/>
          </p:nvSpPr>
          <p:spPr>
            <a:xfrm rot="10800000">
              <a:off x="729660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-665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13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162" name="Google Shape;162;p13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13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" name="Google Shape;164;p13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5" name="Google Shape;165;p13"/>
            <p:cNvGrpSpPr/>
            <p:nvPr/>
          </p:nvGrpSpPr>
          <p:grpSpPr>
            <a:xfrm>
              <a:off x="-449422" y="1340578"/>
              <a:ext cx="1745978" cy="1725741"/>
              <a:chOff x="-178495" y="1708878"/>
              <a:chExt cx="1745978" cy="1725741"/>
            </a:xfrm>
          </p:grpSpPr>
          <p:sp>
            <p:nvSpPr>
              <p:cNvPr id="166" name="Google Shape;166;p13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3"/>
            <p:cNvGrpSpPr/>
            <p:nvPr/>
          </p:nvGrpSpPr>
          <p:grpSpPr>
            <a:xfrm flipH="1">
              <a:off x="7870936" y="2659053"/>
              <a:ext cx="1745978" cy="1725741"/>
              <a:chOff x="-178495" y="1708878"/>
              <a:chExt cx="1745978" cy="1725741"/>
            </a:xfrm>
          </p:grpSpPr>
          <p:sp>
            <p:nvSpPr>
              <p:cNvPr id="170" name="Google Shape;170;p13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3" name="Google Shape;173;p13"/>
          <p:cNvSpPr txBox="1">
            <a:spLocks noGrp="1"/>
          </p:cNvSpPr>
          <p:nvPr>
            <p:ph type="title"/>
          </p:nvPr>
        </p:nvSpPr>
        <p:spPr>
          <a:xfrm>
            <a:off x="707160" y="445025"/>
            <a:ext cx="774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2" hasCustomPrompt="1"/>
          </p:nvPr>
        </p:nvSpPr>
        <p:spPr>
          <a:xfrm>
            <a:off x="2797681" y="1464647"/>
            <a:ext cx="7347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3" hasCustomPrompt="1"/>
          </p:nvPr>
        </p:nvSpPr>
        <p:spPr>
          <a:xfrm>
            <a:off x="2797681" y="3213673"/>
            <a:ext cx="7347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4" hasCustomPrompt="1"/>
          </p:nvPr>
        </p:nvSpPr>
        <p:spPr>
          <a:xfrm>
            <a:off x="5636577" y="1464647"/>
            <a:ext cx="7347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5" hasCustomPrompt="1"/>
          </p:nvPr>
        </p:nvSpPr>
        <p:spPr>
          <a:xfrm>
            <a:off x="5636577" y="3213673"/>
            <a:ext cx="7347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"/>
          </p:nvPr>
        </p:nvSpPr>
        <p:spPr>
          <a:xfrm>
            <a:off x="2007206" y="210258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6"/>
          </p:nvPr>
        </p:nvSpPr>
        <p:spPr>
          <a:xfrm>
            <a:off x="4846102" y="210258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7"/>
          </p:nvPr>
        </p:nvSpPr>
        <p:spPr>
          <a:xfrm>
            <a:off x="2007206" y="385172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8"/>
          </p:nvPr>
        </p:nvSpPr>
        <p:spPr>
          <a:xfrm>
            <a:off x="4846102" y="385172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5"/>
          <p:cNvGrpSpPr/>
          <p:nvPr/>
        </p:nvGrpSpPr>
        <p:grpSpPr>
          <a:xfrm>
            <a:off x="-561689" y="-155578"/>
            <a:ext cx="10623703" cy="5360063"/>
            <a:chOff x="-561689" y="-155578"/>
            <a:chExt cx="10623703" cy="5360063"/>
          </a:xfrm>
        </p:grpSpPr>
        <p:sp>
          <p:nvSpPr>
            <p:cNvPr id="193" name="Google Shape;193;p15"/>
            <p:cNvSpPr/>
            <p:nvPr/>
          </p:nvSpPr>
          <p:spPr>
            <a:xfrm flipH="1">
              <a:off x="740100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 rot="10800000" flipH="1">
              <a:off x="-665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" name="Google Shape;195;p15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196" name="Google Shape;196;p15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7" name="Google Shape;197;p15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" name="Google Shape;198;p15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9" name="Google Shape;199;p15"/>
            <p:cNvGrpSpPr/>
            <p:nvPr/>
          </p:nvGrpSpPr>
          <p:grpSpPr>
            <a:xfrm flipH="1">
              <a:off x="8316036" y="3478744"/>
              <a:ext cx="1745978" cy="1725741"/>
              <a:chOff x="-178495" y="1708878"/>
              <a:chExt cx="1745978" cy="1725741"/>
            </a:xfrm>
          </p:grpSpPr>
          <p:sp>
            <p:nvSpPr>
              <p:cNvPr id="200" name="Google Shape;200;p15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5"/>
            <p:cNvGrpSpPr/>
            <p:nvPr/>
          </p:nvGrpSpPr>
          <p:grpSpPr>
            <a:xfrm>
              <a:off x="-561689" y="-155578"/>
              <a:ext cx="1745978" cy="1725741"/>
              <a:chOff x="-178495" y="1708878"/>
              <a:chExt cx="1745978" cy="1725741"/>
            </a:xfrm>
          </p:grpSpPr>
          <p:sp>
            <p:nvSpPr>
              <p:cNvPr id="204" name="Google Shape;204;p15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7" name="Google Shape;207;p15"/>
          <p:cNvSpPr txBox="1">
            <a:spLocks noGrp="1"/>
          </p:cNvSpPr>
          <p:nvPr>
            <p:ph type="title"/>
          </p:nvPr>
        </p:nvSpPr>
        <p:spPr>
          <a:xfrm>
            <a:off x="1024800" y="1368717"/>
            <a:ext cx="3519600" cy="16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subTitle" idx="1"/>
          </p:nvPr>
        </p:nvSpPr>
        <p:spPr>
          <a:xfrm>
            <a:off x="1024800" y="3017867"/>
            <a:ext cx="3519600" cy="7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5"/>
          <p:cNvSpPr>
            <a:spLocks noGrp="1"/>
          </p:cNvSpPr>
          <p:nvPr>
            <p:ph type="pic" idx="2"/>
          </p:nvPr>
        </p:nvSpPr>
        <p:spPr>
          <a:xfrm>
            <a:off x="4857725" y="953338"/>
            <a:ext cx="3199800" cy="32367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6"/>
          <p:cNvGrpSpPr/>
          <p:nvPr/>
        </p:nvGrpSpPr>
        <p:grpSpPr>
          <a:xfrm>
            <a:off x="-561689" y="-155578"/>
            <a:ext cx="10623703" cy="5360063"/>
            <a:chOff x="-561689" y="-155578"/>
            <a:chExt cx="10623703" cy="5360063"/>
          </a:xfrm>
        </p:grpSpPr>
        <p:sp>
          <p:nvSpPr>
            <p:cNvPr id="212" name="Google Shape;212;p16"/>
            <p:cNvSpPr/>
            <p:nvPr/>
          </p:nvSpPr>
          <p:spPr>
            <a:xfrm flipH="1">
              <a:off x="740100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 rot="10800000" flipH="1">
              <a:off x="-665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4" name="Google Shape;214;p16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215" name="Google Shape;215;p16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16" name="Google Shape;216;p16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16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8" name="Google Shape;218;p16"/>
            <p:cNvGrpSpPr/>
            <p:nvPr/>
          </p:nvGrpSpPr>
          <p:grpSpPr>
            <a:xfrm flipH="1">
              <a:off x="8316036" y="3478744"/>
              <a:ext cx="1745978" cy="1725741"/>
              <a:chOff x="-178495" y="1708878"/>
              <a:chExt cx="1745978" cy="1725741"/>
            </a:xfrm>
          </p:grpSpPr>
          <p:sp>
            <p:nvSpPr>
              <p:cNvPr id="219" name="Google Shape;219;p16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16"/>
            <p:cNvGrpSpPr/>
            <p:nvPr/>
          </p:nvGrpSpPr>
          <p:grpSpPr>
            <a:xfrm>
              <a:off x="-561689" y="-155578"/>
              <a:ext cx="1745978" cy="1725741"/>
              <a:chOff x="-178495" y="1708878"/>
              <a:chExt cx="1745978" cy="1725741"/>
            </a:xfrm>
          </p:grpSpPr>
          <p:sp>
            <p:nvSpPr>
              <p:cNvPr id="223" name="Google Shape;223;p16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6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6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1609269" y="1569742"/>
            <a:ext cx="26028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subTitle" idx="1"/>
          </p:nvPr>
        </p:nvSpPr>
        <p:spPr>
          <a:xfrm>
            <a:off x="1609269" y="2632942"/>
            <a:ext cx="2602800" cy="9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16"/>
          <p:cNvGrpSpPr/>
          <p:nvPr/>
        </p:nvGrpSpPr>
        <p:grpSpPr>
          <a:xfrm>
            <a:off x="-561689" y="-155578"/>
            <a:ext cx="10623703" cy="5360063"/>
            <a:chOff x="-561689" y="-155578"/>
            <a:chExt cx="10623703" cy="5360063"/>
          </a:xfrm>
        </p:grpSpPr>
        <p:sp>
          <p:nvSpPr>
            <p:cNvPr id="229" name="Google Shape;229;p16"/>
            <p:cNvSpPr/>
            <p:nvPr/>
          </p:nvSpPr>
          <p:spPr>
            <a:xfrm flipH="1">
              <a:off x="740100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 rot="10800000" flipH="1">
              <a:off x="-665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" name="Google Shape;231;p16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232" name="Google Shape;232;p16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3" name="Google Shape;233;p16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16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5" name="Google Shape;235;p16"/>
            <p:cNvGrpSpPr/>
            <p:nvPr/>
          </p:nvGrpSpPr>
          <p:grpSpPr>
            <a:xfrm flipH="1">
              <a:off x="8316036" y="3478744"/>
              <a:ext cx="1745978" cy="1725741"/>
              <a:chOff x="-178495" y="1708878"/>
              <a:chExt cx="1745978" cy="1725741"/>
            </a:xfrm>
          </p:grpSpPr>
          <p:sp>
            <p:nvSpPr>
              <p:cNvPr id="236" name="Google Shape;236;p16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6"/>
            <p:cNvGrpSpPr/>
            <p:nvPr/>
          </p:nvGrpSpPr>
          <p:grpSpPr>
            <a:xfrm>
              <a:off x="-561689" y="-155578"/>
              <a:ext cx="1745978" cy="1725741"/>
              <a:chOff x="-178495" y="1708878"/>
              <a:chExt cx="1745978" cy="1725741"/>
            </a:xfrm>
          </p:grpSpPr>
          <p:sp>
            <p:nvSpPr>
              <p:cNvPr id="240" name="Google Shape;240;p16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7"/>
          <p:cNvGrpSpPr/>
          <p:nvPr/>
        </p:nvGrpSpPr>
        <p:grpSpPr>
          <a:xfrm>
            <a:off x="-561689" y="-155578"/>
            <a:ext cx="10623703" cy="5360063"/>
            <a:chOff x="-561689" y="-155578"/>
            <a:chExt cx="10623703" cy="5360063"/>
          </a:xfrm>
        </p:grpSpPr>
        <p:sp>
          <p:nvSpPr>
            <p:cNvPr id="245" name="Google Shape;245;p17"/>
            <p:cNvSpPr/>
            <p:nvPr/>
          </p:nvSpPr>
          <p:spPr>
            <a:xfrm flipH="1">
              <a:off x="740100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 rot="10800000" flipH="1">
              <a:off x="-665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17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248" name="Google Shape;248;p17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17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17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1" name="Google Shape;251;p17"/>
            <p:cNvGrpSpPr/>
            <p:nvPr/>
          </p:nvGrpSpPr>
          <p:grpSpPr>
            <a:xfrm flipH="1">
              <a:off x="8316036" y="3478744"/>
              <a:ext cx="1745978" cy="1725741"/>
              <a:chOff x="-178495" y="1708878"/>
              <a:chExt cx="1745978" cy="1725741"/>
            </a:xfrm>
          </p:grpSpPr>
          <p:sp>
            <p:nvSpPr>
              <p:cNvPr id="252" name="Google Shape;252;p17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7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7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" name="Google Shape;255;p17"/>
            <p:cNvGrpSpPr/>
            <p:nvPr/>
          </p:nvGrpSpPr>
          <p:grpSpPr>
            <a:xfrm>
              <a:off x="-561689" y="-155578"/>
              <a:ext cx="1745978" cy="1725741"/>
              <a:chOff x="-178495" y="1708878"/>
              <a:chExt cx="1745978" cy="1725741"/>
            </a:xfrm>
          </p:grpSpPr>
          <p:sp>
            <p:nvSpPr>
              <p:cNvPr id="256" name="Google Shape;256;p17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1609269" y="1569742"/>
            <a:ext cx="26028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609269" y="2632942"/>
            <a:ext cx="2602800" cy="9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61" name="Google Shape;261;p17"/>
          <p:cNvGrpSpPr/>
          <p:nvPr/>
        </p:nvGrpSpPr>
        <p:grpSpPr>
          <a:xfrm>
            <a:off x="-561689" y="-155578"/>
            <a:ext cx="10623703" cy="5360063"/>
            <a:chOff x="-561689" y="-155578"/>
            <a:chExt cx="10623703" cy="5360063"/>
          </a:xfrm>
        </p:grpSpPr>
        <p:sp>
          <p:nvSpPr>
            <p:cNvPr id="262" name="Google Shape;262;p17"/>
            <p:cNvSpPr/>
            <p:nvPr/>
          </p:nvSpPr>
          <p:spPr>
            <a:xfrm flipH="1">
              <a:off x="740100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7"/>
            <p:cNvSpPr/>
            <p:nvPr/>
          </p:nvSpPr>
          <p:spPr>
            <a:xfrm rot="10800000" flipH="1">
              <a:off x="-665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4" name="Google Shape;264;p17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265" name="Google Shape;265;p17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66" name="Google Shape;266;p17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17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8" name="Google Shape;268;p17"/>
            <p:cNvGrpSpPr/>
            <p:nvPr/>
          </p:nvGrpSpPr>
          <p:grpSpPr>
            <a:xfrm flipH="1">
              <a:off x="8316036" y="3478744"/>
              <a:ext cx="1745978" cy="1725741"/>
              <a:chOff x="-178495" y="1708878"/>
              <a:chExt cx="1745978" cy="1725741"/>
            </a:xfrm>
          </p:grpSpPr>
          <p:sp>
            <p:nvSpPr>
              <p:cNvPr id="269" name="Google Shape;269;p17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7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7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" name="Google Shape;272;p17"/>
            <p:cNvGrpSpPr/>
            <p:nvPr/>
          </p:nvGrpSpPr>
          <p:grpSpPr>
            <a:xfrm>
              <a:off x="-561689" y="-155578"/>
              <a:ext cx="1745978" cy="1725741"/>
              <a:chOff x="-178495" y="1708878"/>
              <a:chExt cx="1745978" cy="1725741"/>
            </a:xfrm>
          </p:grpSpPr>
          <p:sp>
            <p:nvSpPr>
              <p:cNvPr id="273" name="Google Shape;273;p17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7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8"/>
          <p:cNvGrpSpPr/>
          <p:nvPr/>
        </p:nvGrpSpPr>
        <p:grpSpPr>
          <a:xfrm>
            <a:off x="-1018889" y="-155578"/>
            <a:ext cx="11080903" cy="5299000"/>
            <a:chOff x="-1018889" y="-155578"/>
            <a:chExt cx="11080903" cy="5299000"/>
          </a:xfrm>
        </p:grpSpPr>
        <p:sp>
          <p:nvSpPr>
            <p:cNvPr id="278" name="Google Shape;278;p18"/>
            <p:cNvSpPr/>
            <p:nvPr/>
          </p:nvSpPr>
          <p:spPr>
            <a:xfrm rot="10800000">
              <a:off x="729660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-665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" name="Google Shape;280;p18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2" name="Google Shape;282;p18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18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4" name="Google Shape;284;p18"/>
            <p:cNvGrpSpPr/>
            <p:nvPr/>
          </p:nvGrpSpPr>
          <p:grpSpPr>
            <a:xfrm flipH="1">
              <a:off x="8316036" y="-155578"/>
              <a:ext cx="1745978" cy="1725741"/>
              <a:chOff x="-178495" y="1708878"/>
              <a:chExt cx="1745978" cy="1725741"/>
            </a:xfrm>
          </p:grpSpPr>
          <p:sp>
            <p:nvSpPr>
              <p:cNvPr id="285" name="Google Shape;285;p18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" name="Google Shape;288;p18"/>
            <p:cNvGrpSpPr/>
            <p:nvPr/>
          </p:nvGrpSpPr>
          <p:grpSpPr>
            <a:xfrm>
              <a:off x="-1018889" y="3326344"/>
              <a:ext cx="1745978" cy="1725741"/>
              <a:chOff x="-178495" y="1708878"/>
              <a:chExt cx="1745978" cy="1725741"/>
            </a:xfrm>
          </p:grpSpPr>
          <p:sp>
            <p:nvSpPr>
              <p:cNvPr id="289" name="Google Shape;289;p18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2" name="Google Shape;292;p18"/>
          <p:cNvSpPr txBox="1">
            <a:spLocks noGrp="1"/>
          </p:cNvSpPr>
          <p:nvPr>
            <p:ph type="title"/>
          </p:nvPr>
        </p:nvSpPr>
        <p:spPr>
          <a:xfrm>
            <a:off x="5344250" y="1501200"/>
            <a:ext cx="25911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1"/>
          </p:nvPr>
        </p:nvSpPr>
        <p:spPr>
          <a:xfrm>
            <a:off x="5344372" y="2562000"/>
            <a:ext cx="2591100" cy="9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/>
          <p:nvPr/>
        </p:nvSpPr>
        <p:spPr>
          <a:xfrm>
            <a:off x="-665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3"/>
          <p:cNvSpPr/>
          <p:nvPr/>
        </p:nvSpPr>
        <p:spPr>
          <a:xfrm rot="10800000">
            <a:off x="729660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2" name="Google Shape;372;p23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373" name="Google Shape;373;p23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4" name="Google Shape;374;p23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23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6" name="Google Shape;37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3"/>
          <p:cNvSpPr txBox="1">
            <a:spLocks noGrp="1"/>
          </p:cNvSpPr>
          <p:nvPr>
            <p:ph type="subTitle" idx="1"/>
          </p:nvPr>
        </p:nvSpPr>
        <p:spPr>
          <a:xfrm>
            <a:off x="937625" y="3122151"/>
            <a:ext cx="2175300" cy="7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23"/>
          <p:cNvSpPr txBox="1">
            <a:spLocks noGrp="1"/>
          </p:cNvSpPr>
          <p:nvPr>
            <p:ph type="subTitle" idx="2"/>
          </p:nvPr>
        </p:nvSpPr>
        <p:spPr>
          <a:xfrm>
            <a:off x="3484347" y="3122151"/>
            <a:ext cx="2175300" cy="7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23"/>
          <p:cNvSpPr txBox="1">
            <a:spLocks noGrp="1"/>
          </p:cNvSpPr>
          <p:nvPr>
            <p:ph type="subTitle" idx="3"/>
          </p:nvPr>
        </p:nvSpPr>
        <p:spPr>
          <a:xfrm>
            <a:off x="6031075" y="3122151"/>
            <a:ext cx="2175300" cy="7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23"/>
          <p:cNvSpPr txBox="1">
            <a:spLocks noGrp="1"/>
          </p:cNvSpPr>
          <p:nvPr>
            <p:ph type="subTitle" idx="4"/>
          </p:nvPr>
        </p:nvSpPr>
        <p:spPr>
          <a:xfrm>
            <a:off x="937625" y="2669225"/>
            <a:ext cx="21753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1" name="Google Shape;381;p23"/>
          <p:cNvSpPr txBox="1">
            <a:spLocks noGrp="1"/>
          </p:cNvSpPr>
          <p:nvPr>
            <p:ph type="subTitle" idx="5"/>
          </p:nvPr>
        </p:nvSpPr>
        <p:spPr>
          <a:xfrm>
            <a:off x="3484350" y="2669225"/>
            <a:ext cx="21753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2" name="Google Shape;382;p23"/>
          <p:cNvSpPr txBox="1">
            <a:spLocks noGrp="1"/>
          </p:cNvSpPr>
          <p:nvPr>
            <p:ph type="subTitle" idx="6"/>
          </p:nvPr>
        </p:nvSpPr>
        <p:spPr>
          <a:xfrm>
            <a:off x="6031075" y="2669225"/>
            <a:ext cx="21753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83" name="Google Shape;383;p23"/>
          <p:cNvGrpSpPr/>
          <p:nvPr/>
        </p:nvGrpSpPr>
        <p:grpSpPr>
          <a:xfrm flipH="1">
            <a:off x="8316036" y="-174728"/>
            <a:ext cx="1745978" cy="1725741"/>
            <a:chOff x="-178495" y="1708878"/>
            <a:chExt cx="1745978" cy="1725741"/>
          </a:xfrm>
        </p:grpSpPr>
        <p:sp>
          <p:nvSpPr>
            <p:cNvPr id="384" name="Google Shape;384;p23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23"/>
          <p:cNvGrpSpPr/>
          <p:nvPr/>
        </p:nvGrpSpPr>
        <p:grpSpPr>
          <a:xfrm>
            <a:off x="-866489" y="3469169"/>
            <a:ext cx="1745978" cy="1725741"/>
            <a:chOff x="-178495" y="1708878"/>
            <a:chExt cx="1745978" cy="1725741"/>
          </a:xfrm>
        </p:grpSpPr>
        <p:sp>
          <p:nvSpPr>
            <p:cNvPr id="388" name="Google Shape;388;p23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24"/>
          <p:cNvGrpSpPr/>
          <p:nvPr/>
        </p:nvGrpSpPr>
        <p:grpSpPr>
          <a:xfrm>
            <a:off x="-561689" y="-155578"/>
            <a:ext cx="10623703" cy="5360063"/>
            <a:chOff x="-561689" y="-155578"/>
            <a:chExt cx="10623703" cy="5360063"/>
          </a:xfrm>
        </p:grpSpPr>
        <p:sp>
          <p:nvSpPr>
            <p:cNvPr id="393" name="Google Shape;393;p24"/>
            <p:cNvSpPr/>
            <p:nvPr/>
          </p:nvSpPr>
          <p:spPr>
            <a:xfrm flipH="1">
              <a:off x="740100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4"/>
            <p:cNvSpPr/>
            <p:nvPr/>
          </p:nvSpPr>
          <p:spPr>
            <a:xfrm rot="10800000" flipH="1">
              <a:off x="-665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" name="Google Shape;395;p24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396" name="Google Shape;396;p24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7" name="Google Shape;397;p24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24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99" name="Google Shape;399;p24"/>
            <p:cNvGrpSpPr/>
            <p:nvPr/>
          </p:nvGrpSpPr>
          <p:grpSpPr>
            <a:xfrm flipH="1">
              <a:off x="8316036" y="3478744"/>
              <a:ext cx="1745978" cy="1725741"/>
              <a:chOff x="-178495" y="1708878"/>
              <a:chExt cx="1745978" cy="1725741"/>
            </a:xfrm>
          </p:grpSpPr>
          <p:sp>
            <p:nvSpPr>
              <p:cNvPr id="400" name="Google Shape;400;p24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4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4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3" name="Google Shape;403;p24"/>
            <p:cNvGrpSpPr/>
            <p:nvPr/>
          </p:nvGrpSpPr>
          <p:grpSpPr>
            <a:xfrm>
              <a:off x="-561689" y="-155578"/>
              <a:ext cx="1745978" cy="1725741"/>
              <a:chOff x="-178495" y="1708878"/>
              <a:chExt cx="1745978" cy="1725741"/>
            </a:xfrm>
          </p:grpSpPr>
          <p:sp>
            <p:nvSpPr>
              <p:cNvPr id="404" name="Google Shape;404;p24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4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4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07" name="Google Shape;40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24"/>
          <p:cNvSpPr txBox="1">
            <a:spLocks noGrp="1"/>
          </p:cNvSpPr>
          <p:nvPr>
            <p:ph type="subTitle" idx="1"/>
          </p:nvPr>
        </p:nvSpPr>
        <p:spPr>
          <a:xfrm>
            <a:off x="1329425" y="1825100"/>
            <a:ext cx="2627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24"/>
          <p:cNvSpPr txBox="1">
            <a:spLocks noGrp="1"/>
          </p:cNvSpPr>
          <p:nvPr>
            <p:ph type="subTitle" idx="2"/>
          </p:nvPr>
        </p:nvSpPr>
        <p:spPr>
          <a:xfrm>
            <a:off x="5198947" y="1825100"/>
            <a:ext cx="2627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24"/>
          <p:cNvSpPr txBox="1">
            <a:spLocks noGrp="1"/>
          </p:cNvSpPr>
          <p:nvPr>
            <p:ph type="subTitle" idx="3"/>
          </p:nvPr>
        </p:nvSpPr>
        <p:spPr>
          <a:xfrm>
            <a:off x="1329425" y="3485675"/>
            <a:ext cx="2627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24"/>
          <p:cNvSpPr txBox="1">
            <a:spLocks noGrp="1"/>
          </p:cNvSpPr>
          <p:nvPr>
            <p:ph type="subTitle" idx="4"/>
          </p:nvPr>
        </p:nvSpPr>
        <p:spPr>
          <a:xfrm>
            <a:off x="5198947" y="3485675"/>
            <a:ext cx="2627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24"/>
          <p:cNvSpPr txBox="1">
            <a:spLocks noGrp="1"/>
          </p:cNvSpPr>
          <p:nvPr>
            <p:ph type="subTitle" idx="5"/>
          </p:nvPr>
        </p:nvSpPr>
        <p:spPr>
          <a:xfrm>
            <a:off x="1329426" y="1375575"/>
            <a:ext cx="2627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413" name="Google Shape;413;p24"/>
          <p:cNvSpPr txBox="1">
            <a:spLocks noGrp="1"/>
          </p:cNvSpPr>
          <p:nvPr>
            <p:ph type="subTitle" idx="6"/>
          </p:nvPr>
        </p:nvSpPr>
        <p:spPr>
          <a:xfrm>
            <a:off x="1329426" y="3036100"/>
            <a:ext cx="2627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414" name="Google Shape;414;p24"/>
          <p:cNvSpPr txBox="1">
            <a:spLocks noGrp="1"/>
          </p:cNvSpPr>
          <p:nvPr>
            <p:ph type="subTitle" idx="7"/>
          </p:nvPr>
        </p:nvSpPr>
        <p:spPr>
          <a:xfrm>
            <a:off x="5198923" y="1375575"/>
            <a:ext cx="2627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415" name="Google Shape;415;p24"/>
          <p:cNvSpPr txBox="1">
            <a:spLocks noGrp="1"/>
          </p:cNvSpPr>
          <p:nvPr>
            <p:ph type="subTitle" idx="8"/>
          </p:nvPr>
        </p:nvSpPr>
        <p:spPr>
          <a:xfrm>
            <a:off x="5198923" y="3036100"/>
            <a:ext cx="2627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None/>
              <a:defRPr sz="2000"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7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"/>
          <p:cNvSpPr/>
          <p:nvPr/>
        </p:nvSpPr>
        <p:spPr>
          <a:xfrm flipH="1">
            <a:off x="740100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6"/>
          <p:cNvSpPr/>
          <p:nvPr/>
        </p:nvSpPr>
        <p:spPr>
          <a:xfrm rot="10800000" flipH="1">
            <a:off x="-665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8" name="Google Shape;448;p26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449" name="Google Shape;449;p26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0" name="Google Shape;450;p26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" name="Google Shape;451;p26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2" name="Google Shape;45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26"/>
          <p:cNvSpPr txBox="1">
            <a:spLocks noGrp="1"/>
          </p:cNvSpPr>
          <p:nvPr>
            <p:ph type="subTitle" idx="1"/>
          </p:nvPr>
        </p:nvSpPr>
        <p:spPr>
          <a:xfrm>
            <a:off x="1400675" y="1643466"/>
            <a:ext cx="316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subTitle" idx="2"/>
          </p:nvPr>
        </p:nvSpPr>
        <p:spPr>
          <a:xfrm>
            <a:off x="1400675" y="2714435"/>
            <a:ext cx="316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subTitle" idx="3"/>
          </p:nvPr>
        </p:nvSpPr>
        <p:spPr>
          <a:xfrm>
            <a:off x="1400675" y="3776240"/>
            <a:ext cx="316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6"/>
          <p:cNvSpPr txBox="1">
            <a:spLocks noGrp="1"/>
          </p:cNvSpPr>
          <p:nvPr>
            <p:ph type="subTitle" idx="4"/>
          </p:nvPr>
        </p:nvSpPr>
        <p:spPr>
          <a:xfrm>
            <a:off x="5278893" y="2714435"/>
            <a:ext cx="316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6"/>
          <p:cNvSpPr txBox="1">
            <a:spLocks noGrp="1"/>
          </p:cNvSpPr>
          <p:nvPr>
            <p:ph type="subTitle" idx="5"/>
          </p:nvPr>
        </p:nvSpPr>
        <p:spPr>
          <a:xfrm>
            <a:off x="5278893" y="1643466"/>
            <a:ext cx="316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6"/>
          <p:cNvSpPr txBox="1">
            <a:spLocks noGrp="1"/>
          </p:cNvSpPr>
          <p:nvPr>
            <p:ph type="subTitle" idx="6"/>
          </p:nvPr>
        </p:nvSpPr>
        <p:spPr>
          <a:xfrm>
            <a:off x="5278893" y="3776241"/>
            <a:ext cx="316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26"/>
          <p:cNvSpPr txBox="1">
            <a:spLocks noGrp="1"/>
          </p:cNvSpPr>
          <p:nvPr>
            <p:ph type="subTitle" idx="7"/>
          </p:nvPr>
        </p:nvSpPr>
        <p:spPr>
          <a:xfrm>
            <a:off x="1400675" y="1336275"/>
            <a:ext cx="316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60" name="Google Shape;460;p26"/>
          <p:cNvSpPr txBox="1">
            <a:spLocks noGrp="1"/>
          </p:cNvSpPr>
          <p:nvPr>
            <p:ph type="subTitle" idx="8"/>
          </p:nvPr>
        </p:nvSpPr>
        <p:spPr>
          <a:xfrm>
            <a:off x="1400675" y="2405628"/>
            <a:ext cx="316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61" name="Google Shape;461;p26"/>
          <p:cNvSpPr txBox="1">
            <a:spLocks noGrp="1"/>
          </p:cNvSpPr>
          <p:nvPr>
            <p:ph type="subTitle" idx="9"/>
          </p:nvPr>
        </p:nvSpPr>
        <p:spPr>
          <a:xfrm>
            <a:off x="5278899" y="1336275"/>
            <a:ext cx="316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62" name="Google Shape;462;p26"/>
          <p:cNvSpPr txBox="1">
            <a:spLocks noGrp="1"/>
          </p:cNvSpPr>
          <p:nvPr>
            <p:ph type="subTitle" idx="13"/>
          </p:nvPr>
        </p:nvSpPr>
        <p:spPr>
          <a:xfrm>
            <a:off x="1400675" y="3474038"/>
            <a:ext cx="316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63" name="Google Shape;463;p26"/>
          <p:cNvSpPr txBox="1">
            <a:spLocks noGrp="1"/>
          </p:cNvSpPr>
          <p:nvPr>
            <p:ph type="subTitle" idx="14"/>
          </p:nvPr>
        </p:nvSpPr>
        <p:spPr>
          <a:xfrm>
            <a:off x="5278893" y="2405628"/>
            <a:ext cx="316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64" name="Google Shape;464;p26"/>
          <p:cNvSpPr txBox="1">
            <a:spLocks noGrp="1"/>
          </p:cNvSpPr>
          <p:nvPr>
            <p:ph type="subTitle" idx="15"/>
          </p:nvPr>
        </p:nvSpPr>
        <p:spPr>
          <a:xfrm>
            <a:off x="5278899" y="3474038"/>
            <a:ext cx="316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65" name="Google Shape;465;p26"/>
          <p:cNvSpPr txBox="1">
            <a:spLocks noGrp="1"/>
          </p:cNvSpPr>
          <p:nvPr>
            <p:ph type="title" idx="16" hasCustomPrompt="1"/>
          </p:nvPr>
        </p:nvSpPr>
        <p:spPr>
          <a:xfrm>
            <a:off x="715050" y="1336275"/>
            <a:ext cx="6855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6" name="Google Shape;466;p26"/>
          <p:cNvSpPr txBox="1">
            <a:spLocks noGrp="1"/>
          </p:cNvSpPr>
          <p:nvPr>
            <p:ph type="title" idx="17" hasCustomPrompt="1"/>
          </p:nvPr>
        </p:nvSpPr>
        <p:spPr>
          <a:xfrm>
            <a:off x="715050" y="3474048"/>
            <a:ext cx="6855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7" name="Google Shape;467;p26"/>
          <p:cNvSpPr txBox="1">
            <a:spLocks noGrp="1"/>
          </p:cNvSpPr>
          <p:nvPr>
            <p:ph type="title" idx="18" hasCustomPrompt="1"/>
          </p:nvPr>
        </p:nvSpPr>
        <p:spPr>
          <a:xfrm>
            <a:off x="4586650" y="1336275"/>
            <a:ext cx="6855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8" name="Google Shape;468;p26"/>
          <p:cNvSpPr txBox="1">
            <a:spLocks noGrp="1"/>
          </p:cNvSpPr>
          <p:nvPr>
            <p:ph type="title" idx="19" hasCustomPrompt="1"/>
          </p:nvPr>
        </p:nvSpPr>
        <p:spPr>
          <a:xfrm>
            <a:off x="4586650" y="3474048"/>
            <a:ext cx="6855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9" name="Google Shape;469;p26"/>
          <p:cNvSpPr txBox="1">
            <a:spLocks noGrp="1"/>
          </p:cNvSpPr>
          <p:nvPr>
            <p:ph type="title" idx="20" hasCustomPrompt="1"/>
          </p:nvPr>
        </p:nvSpPr>
        <p:spPr>
          <a:xfrm>
            <a:off x="715050" y="2405626"/>
            <a:ext cx="6855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0" name="Google Shape;470;p26"/>
          <p:cNvSpPr txBox="1">
            <a:spLocks noGrp="1"/>
          </p:cNvSpPr>
          <p:nvPr>
            <p:ph type="title" idx="21" hasCustomPrompt="1"/>
          </p:nvPr>
        </p:nvSpPr>
        <p:spPr>
          <a:xfrm>
            <a:off x="4586650" y="2405626"/>
            <a:ext cx="6855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471" name="Google Shape;471;p26"/>
          <p:cNvGrpSpPr/>
          <p:nvPr/>
        </p:nvGrpSpPr>
        <p:grpSpPr>
          <a:xfrm flipH="1">
            <a:off x="8316036" y="3478744"/>
            <a:ext cx="1745978" cy="1725741"/>
            <a:chOff x="-178495" y="1708878"/>
            <a:chExt cx="1745978" cy="1725741"/>
          </a:xfrm>
        </p:grpSpPr>
        <p:sp>
          <p:nvSpPr>
            <p:cNvPr id="472" name="Google Shape;472;p26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6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26"/>
          <p:cNvGrpSpPr/>
          <p:nvPr/>
        </p:nvGrpSpPr>
        <p:grpSpPr>
          <a:xfrm>
            <a:off x="-866489" y="-155578"/>
            <a:ext cx="1745978" cy="1725741"/>
            <a:chOff x="-178495" y="1708878"/>
            <a:chExt cx="1745978" cy="1725741"/>
          </a:xfrm>
        </p:grpSpPr>
        <p:sp>
          <p:nvSpPr>
            <p:cNvPr id="476" name="Google Shape;476;p26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6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"/>
          <p:cNvSpPr/>
          <p:nvPr/>
        </p:nvSpPr>
        <p:spPr>
          <a:xfrm rot="10800000">
            <a:off x="729660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-665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29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513" name="Google Shape;513;p29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14" name="Google Shape;514;p29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29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6" name="Google Shape;516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17" name="Google Shape;517;p29"/>
          <p:cNvGrpSpPr/>
          <p:nvPr/>
        </p:nvGrpSpPr>
        <p:grpSpPr>
          <a:xfrm>
            <a:off x="-1057188" y="3078993"/>
            <a:ext cx="1745978" cy="1725741"/>
            <a:chOff x="-178495" y="1708878"/>
            <a:chExt cx="1745978" cy="1725741"/>
          </a:xfrm>
        </p:grpSpPr>
        <p:sp>
          <p:nvSpPr>
            <p:cNvPr id="518" name="Google Shape;518;p29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0"/>
          <p:cNvSpPr/>
          <p:nvPr/>
        </p:nvSpPr>
        <p:spPr>
          <a:xfrm rot="10800000">
            <a:off x="729660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0"/>
          <p:cNvSpPr/>
          <p:nvPr/>
        </p:nvSpPr>
        <p:spPr>
          <a:xfrm>
            <a:off x="-665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4" name="Google Shape;524;p30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525" name="Google Shape;525;p30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26" name="Google Shape;526;p30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527;p30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8" name="Google Shape;528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29" name="Google Shape;529;p30"/>
          <p:cNvGrpSpPr/>
          <p:nvPr/>
        </p:nvGrpSpPr>
        <p:grpSpPr>
          <a:xfrm flipH="1">
            <a:off x="8316036" y="-155578"/>
            <a:ext cx="1745978" cy="1725741"/>
            <a:chOff x="-178495" y="1708878"/>
            <a:chExt cx="1745978" cy="1725741"/>
          </a:xfrm>
        </p:grpSpPr>
        <p:sp>
          <p:nvSpPr>
            <p:cNvPr id="530" name="Google Shape;530;p30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30"/>
          <p:cNvGrpSpPr/>
          <p:nvPr/>
        </p:nvGrpSpPr>
        <p:grpSpPr>
          <a:xfrm>
            <a:off x="-1133388" y="2411944"/>
            <a:ext cx="1745978" cy="1725741"/>
            <a:chOff x="-178495" y="1708878"/>
            <a:chExt cx="1745978" cy="1725741"/>
          </a:xfrm>
        </p:grpSpPr>
        <p:sp>
          <p:nvSpPr>
            <p:cNvPr id="534" name="Google Shape;534;p30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0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32"/>
          <p:cNvGrpSpPr/>
          <p:nvPr/>
        </p:nvGrpSpPr>
        <p:grpSpPr>
          <a:xfrm>
            <a:off x="-461945" y="-75"/>
            <a:ext cx="10071037" cy="5143425"/>
            <a:chOff x="-461945" y="-75"/>
            <a:chExt cx="10071037" cy="5143425"/>
          </a:xfrm>
        </p:grpSpPr>
        <p:sp>
          <p:nvSpPr>
            <p:cNvPr id="558" name="Google Shape;558;p32"/>
            <p:cNvSpPr/>
            <p:nvPr/>
          </p:nvSpPr>
          <p:spPr>
            <a:xfrm rot="10800000" flipH="1">
              <a:off x="9792" y="-75"/>
              <a:ext cx="2659500" cy="27579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2"/>
            <p:cNvSpPr/>
            <p:nvPr/>
          </p:nvSpPr>
          <p:spPr>
            <a:xfrm flipH="1">
              <a:off x="6004142" y="1945350"/>
              <a:ext cx="3156300" cy="319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0" name="Google Shape;560;p32"/>
            <p:cNvGrpSpPr/>
            <p:nvPr/>
          </p:nvGrpSpPr>
          <p:grpSpPr>
            <a:xfrm flipH="1">
              <a:off x="7863114" y="1560453"/>
              <a:ext cx="1745978" cy="1725741"/>
              <a:chOff x="-178495" y="1708878"/>
              <a:chExt cx="1745978" cy="1725741"/>
            </a:xfrm>
          </p:grpSpPr>
          <p:sp>
            <p:nvSpPr>
              <p:cNvPr id="561" name="Google Shape;561;p32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2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2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32"/>
            <p:cNvGrpSpPr/>
            <p:nvPr/>
          </p:nvGrpSpPr>
          <p:grpSpPr>
            <a:xfrm>
              <a:off x="-461945" y="1279489"/>
              <a:ext cx="1745978" cy="1725741"/>
              <a:chOff x="-178495" y="1708878"/>
              <a:chExt cx="1745978" cy="1725741"/>
            </a:xfrm>
          </p:grpSpPr>
          <p:sp>
            <p:nvSpPr>
              <p:cNvPr id="565" name="Google Shape;565;p32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2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2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8" name="Google Shape;568;p32"/>
            <p:cNvGrpSpPr/>
            <p:nvPr/>
          </p:nvGrpSpPr>
          <p:grpSpPr>
            <a:xfrm>
              <a:off x="245850" y="192714"/>
              <a:ext cx="8665539" cy="4764600"/>
              <a:chOff x="245850" y="192714"/>
              <a:chExt cx="8665539" cy="4764600"/>
            </a:xfrm>
          </p:grpSpPr>
          <p:sp>
            <p:nvSpPr>
              <p:cNvPr id="569" name="Google Shape;569;p32"/>
              <p:cNvSpPr/>
              <p:nvPr/>
            </p:nvSpPr>
            <p:spPr>
              <a:xfrm>
                <a:off x="245889" y="192714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70" name="Google Shape;570;p32"/>
              <p:cNvCxnSpPr/>
              <p:nvPr/>
            </p:nvCxnSpPr>
            <p:spPr>
              <a:xfrm>
                <a:off x="245850" y="57105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1" name="Google Shape;571;p32"/>
              <p:cNvCxnSpPr/>
              <p:nvPr/>
            </p:nvCxnSpPr>
            <p:spPr>
              <a:xfrm>
                <a:off x="245850" y="3662025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2" name="Google Shape;572;p32"/>
              <p:cNvCxnSpPr/>
              <p:nvPr/>
            </p:nvCxnSpPr>
            <p:spPr>
              <a:xfrm>
                <a:off x="245850" y="4568875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3"/>
          <p:cNvSpPr/>
          <p:nvPr/>
        </p:nvSpPr>
        <p:spPr>
          <a:xfrm rot="10800000">
            <a:off x="729660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3"/>
          <p:cNvSpPr/>
          <p:nvPr/>
        </p:nvSpPr>
        <p:spPr>
          <a:xfrm>
            <a:off x="-665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33"/>
          <p:cNvGrpSpPr/>
          <p:nvPr/>
        </p:nvGrpSpPr>
        <p:grpSpPr>
          <a:xfrm flipH="1">
            <a:off x="8316036" y="-155578"/>
            <a:ext cx="1745978" cy="1725741"/>
            <a:chOff x="-178495" y="1708878"/>
            <a:chExt cx="1745978" cy="1725741"/>
          </a:xfrm>
        </p:grpSpPr>
        <p:sp>
          <p:nvSpPr>
            <p:cNvPr id="577" name="Google Shape;577;p33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3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/>
          <p:cNvGrpSpPr/>
          <p:nvPr/>
        </p:nvGrpSpPr>
        <p:grpSpPr>
          <a:xfrm>
            <a:off x="-942689" y="2411944"/>
            <a:ext cx="1745978" cy="1725741"/>
            <a:chOff x="-178495" y="1708878"/>
            <a:chExt cx="1745978" cy="1725741"/>
          </a:xfrm>
        </p:grpSpPr>
        <p:sp>
          <p:nvSpPr>
            <p:cNvPr id="581" name="Google Shape;581;p33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" name="Google Shape;584;p33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585" name="Google Shape;585;p33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3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7" name="Google Shape;587;p33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●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○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■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●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○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■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●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○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■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8" r:id="rId4"/>
    <p:sldLayoutId id="2147483659" r:id="rId5"/>
    <p:sldLayoutId id="2147483661" r:id="rId6"/>
    <p:sldLayoutId id="2147483662" r:id="rId7"/>
    <p:sldLayoutId id="2147483663" r:id="rId8"/>
    <p:sldLayoutId id="2147483664" r:id="rId9"/>
    <p:sldLayoutId id="2147483669" r:id="rId10"/>
    <p:sldLayoutId id="2147483670" r:id="rId11"/>
    <p:sldLayoutId id="2147483672" r:id="rId12"/>
    <p:sldLayoutId id="2147483675" r:id="rId13"/>
    <p:sldLayoutId id="2147483676" r:id="rId14"/>
    <p:sldLayoutId id="2147483678" r:id="rId15"/>
    <p:sldLayoutId id="2147483679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7"/>
          <p:cNvSpPr txBox="1"/>
          <p:nvPr/>
        </p:nvSpPr>
        <p:spPr>
          <a:xfrm>
            <a:off x="713225" y="279100"/>
            <a:ext cx="18207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Job  Match</a:t>
            </a:r>
            <a:endParaRPr sz="10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0" name="Google Shape;600;p37"/>
          <p:cNvSpPr txBox="1">
            <a:spLocks noGrp="1"/>
          </p:cNvSpPr>
          <p:nvPr>
            <p:ph type="ctrTitle"/>
          </p:nvPr>
        </p:nvSpPr>
        <p:spPr>
          <a:xfrm>
            <a:off x="549910" y="1104688"/>
            <a:ext cx="4642200" cy="17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Job Match</a:t>
            </a:r>
            <a:endParaRPr dirty="0"/>
          </a:p>
        </p:txBody>
      </p:sp>
      <p:cxnSp>
        <p:nvCxnSpPr>
          <p:cNvPr id="602" name="Google Shape;602;p37"/>
          <p:cNvCxnSpPr/>
          <p:nvPr/>
        </p:nvCxnSpPr>
        <p:spPr>
          <a:xfrm>
            <a:off x="245850" y="3662025"/>
            <a:ext cx="866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0F3D25C-0AFD-EAB9-E67D-A5C8F5AF01E9}"/>
              </a:ext>
            </a:extLst>
          </p:cNvPr>
          <p:cNvSpPr txBox="1"/>
          <p:nvPr/>
        </p:nvSpPr>
        <p:spPr>
          <a:xfrm>
            <a:off x="4761517" y="755976"/>
            <a:ext cx="5045724" cy="2778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Sesha Sriram Kashyap Karamcheti – Y00873793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Dharan Muppidi – Y00868519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Gopichand Jinka – Y00862153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Youngstown State University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CSCI 6991 - Data Engineering Capstone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Feng Yu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guidance of – Robert Gilliland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11/26/2025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9"/>
          <p:cNvSpPr txBox="1">
            <a:spLocks noGrp="1"/>
          </p:cNvSpPr>
          <p:nvPr>
            <p:ph type="title"/>
          </p:nvPr>
        </p:nvSpPr>
        <p:spPr>
          <a:xfrm>
            <a:off x="707160" y="445025"/>
            <a:ext cx="774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17" name="Google Shape;617;p39"/>
          <p:cNvSpPr txBox="1">
            <a:spLocks noGrp="1"/>
          </p:cNvSpPr>
          <p:nvPr>
            <p:ph type="title" idx="2"/>
          </p:nvPr>
        </p:nvSpPr>
        <p:spPr>
          <a:xfrm>
            <a:off x="1525698" y="1081001"/>
            <a:ext cx="734700" cy="6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618" name="Google Shape;618;p39"/>
          <p:cNvSpPr txBox="1">
            <a:spLocks noGrp="1"/>
          </p:cNvSpPr>
          <p:nvPr>
            <p:ph type="title" idx="3"/>
          </p:nvPr>
        </p:nvSpPr>
        <p:spPr>
          <a:xfrm>
            <a:off x="6003927" y="968479"/>
            <a:ext cx="734700" cy="6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619" name="Google Shape;619;p39"/>
          <p:cNvSpPr txBox="1">
            <a:spLocks noGrp="1"/>
          </p:cNvSpPr>
          <p:nvPr>
            <p:ph type="title" idx="4"/>
          </p:nvPr>
        </p:nvSpPr>
        <p:spPr>
          <a:xfrm>
            <a:off x="3834959" y="968479"/>
            <a:ext cx="734700" cy="6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620" name="Google Shape;620;p39"/>
          <p:cNvSpPr txBox="1">
            <a:spLocks noGrp="1"/>
          </p:cNvSpPr>
          <p:nvPr>
            <p:ph type="title" idx="5"/>
          </p:nvPr>
        </p:nvSpPr>
        <p:spPr>
          <a:xfrm>
            <a:off x="1768037" y="2322745"/>
            <a:ext cx="734700" cy="6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21" name="Google Shape;621;p39"/>
          <p:cNvSpPr txBox="1">
            <a:spLocks noGrp="1"/>
          </p:cNvSpPr>
          <p:nvPr>
            <p:ph type="subTitle" idx="1"/>
          </p:nvPr>
        </p:nvSpPr>
        <p:spPr>
          <a:xfrm>
            <a:off x="982637" y="176077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22" name="Google Shape;622;p39"/>
          <p:cNvSpPr txBox="1">
            <a:spLocks noGrp="1"/>
          </p:cNvSpPr>
          <p:nvPr>
            <p:ph type="subTitle" idx="6"/>
          </p:nvPr>
        </p:nvSpPr>
        <p:spPr>
          <a:xfrm>
            <a:off x="2847990" y="1683609"/>
            <a:ext cx="2788587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23" name="Google Shape;623;p39"/>
          <p:cNvSpPr txBox="1">
            <a:spLocks noGrp="1"/>
          </p:cNvSpPr>
          <p:nvPr>
            <p:ph type="subTitle" idx="7"/>
          </p:nvPr>
        </p:nvSpPr>
        <p:spPr>
          <a:xfrm>
            <a:off x="5456230" y="1782239"/>
            <a:ext cx="2564794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Implementation</a:t>
            </a:r>
          </a:p>
        </p:txBody>
      </p:sp>
      <p:sp>
        <p:nvSpPr>
          <p:cNvPr id="624" name="Google Shape;624;p39"/>
          <p:cNvSpPr txBox="1">
            <a:spLocks noGrp="1"/>
          </p:cNvSpPr>
          <p:nvPr>
            <p:ph type="subTitle" idx="8"/>
          </p:nvPr>
        </p:nvSpPr>
        <p:spPr>
          <a:xfrm>
            <a:off x="970597" y="2939245"/>
            <a:ext cx="2579602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Testing and Validation</a:t>
            </a:r>
          </a:p>
        </p:txBody>
      </p:sp>
      <p:sp>
        <p:nvSpPr>
          <p:cNvPr id="2" name="Google Shape;620;p39">
            <a:extLst>
              <a:ext uri="{FF2B5EF4-FFF2-40B4-BE49-F238E27FC236}">
                <a16:creationId xmlns:a16="http://schemas.microsoft.com/office/drawing/2014/main" id="{2347FD70-9103-CE23-88BF-296A642A8FFC}"/>
              </a:ext>
            </a:extLst>
          </p:cNvPr>
          <p:cNvSpPr txBox="1">
            <a:spLocks/>
          </p:cNvSpPr>
          <p:nvPr/>
        </p:nvSpPr>
        <p:spPr>
          <a:xfrm>
            <a:off x="3687771" y="2024639"/>
            <a:ext cx="983059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3" name="Google Shape;624;p39">
            <a:extLst>
              <a:ext uri="{FF2B5EF4-FFF2-40B4-BE49-F238E27FC236}">
                <a16:creationId xmlns:a16="http://schemas.microsoft.com/office/drawing/2014/main" id="{8B2EF0F8-83F2-8BFB-A664-52CFBAAD3155}"/>
              </a:ext>
            </a:extLst>
          </p:cNvPr>
          <p:cNvSpPr txBox="1">
            <a:spLocks/>
          </p:cNvSpPr>
          <p:nvPr/>
        </p:nvSpPr>
        <p:spPr>
          <a:xfrm>
            <a:off x="3185141" y="2908094"/>
            <a:ext cx="2579602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4" name="Google Shape;618;p39">
            <a:extLst>
              <a:ext uri="{FF2B5EF4-FFF2-40B4-BE49-F238E27FC236}">
                <a16:creationId xmlns:a16="http://schemas.microsoft.com/office/drawing/2014/main" id="{12FD8152-4EFB-0A4D-F7BB-2946239B7E0B}"/>
              </a:ext>
            </a:extLst>
          </p:cNvPr>
          <p:cNvSpPr txBox="1">
            <a:spLocks/>
          </p:cNvSpPr>
          <p:nvPr/>
        </p:nvSpPr>
        <p:spPr>
          <a:xfrm>
            <a:off x="6162085" y="2154040"/>
            <a:ext cx="7347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5" name="Google Shape;624;p39">
            <a:extLst>
              <a:ext uri="{FF2B5EF4-FFF2-40B4-BE49-F238E27FC236}">
                <a16:creationId xmlns:a16="http://schemas.microsoft.com/office/drawing/2014/main" id="{687A59FF-B048-71EB-5D1A-2E4C0E54B7D4}"/>
              </a:ext>
            </a:extLst>
          </p:cNvPr>
          <p:cNvSpPr txBox="1">
            <a:spLocks/>
          </p:cNvSpPr>
          <p:nvPr/>
        </p:nvSpPr>
        <p:spPr>
          <a:xfrm>
            <a:off x="5441422" y="2833460"/>
            <a:ext cx="2579602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Google Shape;620;p39">
            <a:extLst>
              <a:ext uri="{FF2B5EF4-FFF2-40B4-BE49-F238E27FC236}">
                <a16:creationId xmlns:a16="http://schemas.microsoft.com/office/drawing/2014/main" id="{B911636C-3C86-CBC0-AE79-D552D3ADAEAD}"/>
              </a:ext>
            </a:extLst>
          </p:cNvPr>
          <p:cNvSpPr txBox="1">
            <a:spLocks/>
          </p:cNvSpPr>
          <p:nvPr/>
        </p:nvSpPr>
        <p:spPr>
          <a:xfrm>
            <a:off x="3983412" y="3303656"/>
            <a:ext cx="983059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1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7" name="Google Shape;624;p39">
            <a:extLst>
              <a:ext uri="{FF2B5EF4-FFF2-40B4-BE49-F238E27FC236}">
                <a16:creationId xmlns:a16="http://schemas.microsoft.com/office/drawing/2014/main" id="{C3FA13DD-603C-E542-DBFF-A26AC77AE371}"/>
              </a:ext>
            </a:extLst>
          </p:cNvPr>
          <p:cNvSpPr txBox="1">
            <a:spLocks/>
          </p:cNvSpPr>
          <p:nvPr/>
        </p:nvSpPr>
        <p:spPr>
          <a:xfrm>
            <a:off x="2898817" y="3997681"/>
            <a:ext cx="310511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Future enhancement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3"/>
          <p:cNvSpPr txBox="1">
            <a:spLocks noGrp="1"/>
          </p:cNvSpPr>
          <p:nvPr>
            <p:ph type="title"/>
          </p:nvPr>
        </p:nvSpPr>
        <p:spPr>
          <a:xfrm>
            <a:off x="4248913" y="929625"/>
            <a:ext cx="3323100" cy="11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54" name="Google Shape;654;p43"/>
          <p:cNvSpPr txBox="1">
            <a:spLocks noGrp="1"/>
          </p:cNvSpPr>
          <p:nvPr>
            <p:ph type="subTitle" idx="1"/>
          </p:nvPr>
        </p:nvSpPr>
        <p:spPr>
          <a:xfrm>
            <a:off x="4249325" y="2245875"/>
            <a:ext cx="37398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platform bridges the gap between job seekers and employers.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Utilizes machine learning, Python, and cloud computing for efficient job matching.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Focus on data security with robust protection against data breaches and identity theft.</a:t>
            </a:r>
            <a:endParaRPr sz="1400" dirty="0"/>
          </a:p>
        </p:txBody>
      </p:sp>
      <p:pic>
        <p:nvPicPr>
          <p:cNvPr id="655" name="Google Shape;655;p4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020" r="21656"/>
          <a:stretch/>
        </p:blipFill>
        <p:spPr>
          <a:xfrm>
            <a:off x="938125" y="1042950"/>
            <a:ext cx="2904900" cy="3057600"/>
          </a:xfrm>
          <a:prstGeom prst="snip2DiagRect">
            <a:avLst>
              <a:gd name="adj1" fmla="val 16765"/>
              <a:gd name="adj2" fmla="val 0"/>
            </a:avLst>
          </a:prstGeom>
        </p:spPr>
      </p:pic>
      <p:grpSp>
        <p:nvGrpSpPr>
          <p:cNvPr id="656" name="Google Shape;656;p43"/>
          <p:cNvGrpSpPr/>
          <p:nvPr/>
        </p:nvGrpSpPr>
        <p:grpSpPr>
          <a:xfrm flipH="1">
            <a:off x="7866125" y="3017647"/>
            <a:ext cx="1745978" cy="1725741"/>
            <a:chOff x="-178495" y="1708878"/>
            <a:chExt cx="1745978" cy="1725741"/>
          </a:xfrm>
        </p:grpSpPr>
        <p:sp>
          <p:nvSpPr>
            <p:cNvPr id="657" name="Google Shape;657;p43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3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3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 Overview</a:t>
            </a:r>
            <a:endParaRPr dirty="0"/>
          </a:p>
        </p:txBody>
      </p:sp>
      <p:sp>
        <p:nvSpPr>
          <p:cNvPr id="684" name="Google Shape;684;p45"/>
          <p:cNvSpPr txBox="1">
            <a:spLocks noGrp="1"/>
          </p:cNvSpPr>
          <p:nvPr>
            <p:ph type="subTitle" idx="1"/>
          </p:nvPr>
        </p:nvSpPr>
        <p:spPr>
          <a:xfrm>
            <a:off x="937625" y="3122151"/>
            <a:ext cx="2175300" cy="7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Modular, scalable, and secure platform using Model-View-Controller (MVC) design pattern.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5" name="Google Shape;685;p45"/>
          <p:cNvSpPr txBox="1">
            <a:spLocks noGrp="1"/>
          </p:cNvSpPr>
          <p:nvPr>
            <p:ph type="subTitle" idx="2"/>
          </p:nvPr>
        </p:nvSpPr>
        <p:spPr>
          <a:xfrm>
            <a:off x="3484347" y="3122151"/>
            <a:ext cx="2175300" cy="7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Django framework with cloud deployment (AWS/Google Cloud).</a:t>
            </a:r>
          </a:p>
        </p:txBody>
      </p:sp>
      <p:sp>
        <p:nvSpPr>
          <p:cNvPr id="686" name="Google Shape;686;p45"/>
          <p:cNvSpPr txBox="1">
            <a:spLocks noGrp="1"/>
          </p:cNvSpPr>
          <p:nvPr>
            <p:ph type="subTitle" idx="3"/>
          </p:nvPr>
        </p:nvSpPr>
        <p:spPr>
          <a:xfrm>
            <a:off x="6031075" y="3122151"/>
            <a:ext cx="2175300" cy="7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HTML, CSS, JavaScript with Bootstrap for a responsive UI.</a:t>
            </a:r>
          </a:p>
        </p:txBody>
      </p:sp>
      <p:sp>
        <p:nvSpPr>
          <p:cNvPr id="687" name="Google Shape;687;p45"/>
          <p:cNvSpPr txBox="1">
            <a:spLocks noGrp="1"/>
          </p:cNvSpPr>
          <p:nvPr>
            <p:ph type="subTitle" idx="4"/>
          </p:nvPr>
        </p:nvSpPr>
        <p:spPr>
          <a:xfrm>
            <a:off x="937625" y="2669225"/>
            <a:ext cx="21753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MVC Model</a:t>
            </a:r>
            <a:endParaRPr dirty="0"/>
          </a:p>
        </p:txBody>
      </p:sp>
      <p:sp>
        <p:nvSpPr>
          <p:cNvPr id="688" name="Google Shape;688;p45"/>
          <p:cNvSpPr txBox="1">
            <a:spLocks noGrp="1"/>
          </p:cNvSpPr>
          <p:nvPr>
            <p:ph type="subTitle" idx="5"/>
          </p:nvPr>
        </p:nvSpPr>
        <p:spPr>
          <a:xfrm>
            <a:off x="3484350" y="2669225"/>
            <a:ext cx="21753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Django Framework</a:t>
            </a:r>
            <a:endParaRPr dirty="0"/>
          </a:p>
        </p:txBody>
      </p:sp>
      <p:sp>
        <p:nvSpPr>
          <p:cNvPr id="689" name="Google Shape;689;p45"/>
          <p:cNvSpPr txBox="1">
            <a:spLocks noGrp="1"/>
          </p:cNvSpPr>
          <p:nvPr>
            <p:ph type="subTitle" idx="6"/>
          </p:nvPr>
        </p:nvSpPr>
        <p:spPr>
          <a:xfrm>
            <a:off x="6031075" y="2669225"/>
            <a:ext cx="21753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Frontend</a:t>
            </a:r>
            <a:endParaRPr dirty="0"/>
          </a:p>
        </p:txBody>
      </p:sp>
      <p:sp>
        <p:nvSpPr>
          <p:cNvPr id="690" name="Google Shape;690;p45"/>
          <p:cNvSpPr/>
          <p:nvPr/>
        </p:nvSpPr>
        <p:spPr>
          <a:xfrm rot="2701411">
            <a:off x="1766798" y="1857870"/>
            <a:ext cx="516966" cy="51696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5"/>
          <p:cNvSpPr/>
          <p:nvPr/>
        </p:nvSpPr>
        <p:spPr>
          <a:xfrm rot="2701411">
            <a:off x="4320123" y="1857870"/>
            <a:ext cx="516966" cy="51696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5"/>
          <p:cNvSpPr/>
          <p:nvPr/>
        </p:nvSpPr>
        <p:spPr>
          <a:xfrm rot="2701411">
            <a:off x="6860248" y="1857870"/>
            <a:ext cx="516966" cy="51696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45"/>
          <p:cNvGrpSpPr/>
          <p:nvPr/>
        </p:nvGrpSpPr>
        <p:grpSpPr>
          <a:xfrm>
            <a:off x="1899448" y="1941274"/>
            <a:ext cx="251660" cy="350166"/>
            <a:chOff x="910723" y="1508212"/>
            <a:chExt cx="251660" cy="350166"/>
          </a:xfrm>
        </p:grpSpPr>
        <p:sp>
          <p:nvSpPr>
            <p:cNvPr id="694" name="Google Shape;694;p45"/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5"/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5"/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5"/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5"/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5"/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5"/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5"/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5"/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5"/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5"/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5"/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5"/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5"/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" name="Google Shape;711;p45"/>
          <p:cNvGrpSpPr/>
          <p:nvPr/>
        </p:nvGrpSpPr>
        <p:grpSpPr>
          <a:xfrm>
            <a:off x="6932642" y="1990909"/>
            <a:ext cx="350166" cy="350198"/>
            <a:chOff x="1308631" y="1507830"/>
            <a:chExt cx="350166" cy="350198"/>
          </a:xfrm>
        </p:grpSpPr>
        <p:sp>
          <p:nvSpPr>
            <p:cNvPr id="712" name="Google Shape;712;p45"/>
            <p:cNvSpPr/>
            <p:nvPr/>
          </p:nvSpPr>
          <p:spPr>
            <a:xfrm>
              <a:off x="1308631" y="1507830"/>
              <a:ext cx="350166" cy="350198"/>
            </a:xfrm>
            <a:custGeom>
              <a:avLst/>
              <a:gdLst/>
              <a:ahLst/>
              <a:cxnLst/>
              <a:rect l="l" t="t" r="r" b="b"/>
              <a:pathLst>
                <a:path w="11002" h="11003" extrusionOk="0">
                  <a:moveTo>
                    <a:pt x="6192" y="310"/>
                  </a:moveTo>
                  <a:cubicBezTo>
                    <a:pt x="6192" y="310"/>
                    <a:pt x="6204" y="310"/>
                    <a:pt x="6204" y="334"/>
                  </a:cubicBezTo>
                  <a:lnTo>
                    <a:pt x="6204" y="787"/>
                  </a:lnTo>
                  <a:cubicBezTo>
                    <a:pt x="6204" y="953"/>
                    <a:pt x="6311" y="1084"/>
                    <a:pt x="6477" y="1120"/>
                  </a:cubicBezTo>
                  <a:cubicBezTo>
                    <a:pt x="6989" y="1239"/>
                    <a:pt x="7489" y="1429"/>
                    <a:pt x="7930" y="1715"/>
                  </a:cubicBezTo>
                  <a:cubicBezTo>
                    <a:pt x="7986" y="1751"/>
                    <a:pt x="8048" y="1769"/>
                    <a:pt x="8110" y="1769"/>
                  </a:cubicBezTo>
                  <a:cubicBezTo>
                    <a:pt x="8194" y="1769"/>
                    <a:pt x="8278" y="1736"/>
                    <a:pt x="8347" y="1668"/>
                  </a:cubicBezTo>
                  <a:lnTo>
                    <a:pt x="8680" y="1346"/>
                  </a:lnTo>
                  <a:lnTo>
                    <a:pt x="8692" y="1346"/>
                  </a:lnTo>
                  <a:lnTo>
                    <a:pt x="9656" y="2311"/>
                  </a:lnTo>
                  <a:lnTo>
                    <a:pt x="9656" y="2322"/>
                  </a:lnTo>
                  <a:lnTo>
                    <a:pt x="9335" y="2656"/>
                  </a:lnTo>
                  <a:cubicBezTo>
                    <a:pt x="9228" y="2751"/>
                    <a:pt x="9192" y="2930"/>
                    <a:pt x="9287" y="3073"/>
                  </a:cubicBezTo>
                  <a:cubicBezTo>
                    <a:pt x="9573" y="3513"/>
                    <a:pt x="9775" y="4001"/>
                    <a:pt x="9883" y="4525"/>
                  </a:cubicBezTo>
                  <a:cubicBezTo>
                    <a:pt x="9906" y="4680"/>
                    <a:pt x="10049" y="4799"/>
                    <a:pt x="10204" y="4799"/>
                  </a:cubicBezTo>
                  <a:lnTo>
                    <a:pt x="10668" y="4799"/>
                  </a:lnTo>
                  <a:cubicBezTo>
                    <a:pt x="10668" y="4799"/>
                    <a:pt x="10680" y="4799"/>
                    <a:pt x="10680" y="4811"/>
                  </a:cubicBezTo>
                  <a:lnTo>
                    <a:pt x="10657" y="6216"/>
                  </a:lnTo>
                  <a:lnTo>
                    <a:pt x="10192" y="6216"/>
                  </a:lnTo>
                  <a:cubicBezTo>
                    <a:pt x="10026" y="6216"/>
                    <a:pt x="9895" y="6311"/>
                    <a:pt x="9871" y="6478"/>
                  </a:cubicBezTo>
                  <a:cubicBezTo>
                    <a:pt x="9752" y="7002"/>
                    <a:pt x="9549" y="7490"/>
                    <a:pt x="9275" y="7942"/>
                  </a:cubicBezTo>
                  <a:cubicBezTo>
                    <a:pt x="9180" y="8073"/>
                    <a:pt x="9192" y="8240"/>
                    <a:pt x="9311" y="8359"/>
                  </a:cubicBezTo>
                  <a:lnTo>
                    <a:pt x="9645" y="8680"/>
                  </a:lnTo>
                  <a:lnTo>
                    <a:pt x="9645" y="8692"/>
                  </a:lnTo>
                  <a:lnTo>
                    <a:pt x="8680" y="9669"/>
                  </a:lnTo>
                  <a:lnTo>
                    <a:pt x="8656" y="9669"/>
                  </a:lnTo>
                  <a:lnTo>
                    <a:pt x="8335" y="9335"/>
                  </a:lnTo>
                  <a:cubicBezTo>
                    <a:pt x="8271" y="9272"/>
                    <a:pt x="8183" y="9237"/>
                    <a:pt x="8094" y="9237"/>
                  </a:cubicBezTo>
                  <a:cubicBezTo>
                    <a:pt x="8033" y="9237"/>
                    <a:pt x="7971" y="9254"/>
                    <a:pt x="7918" y="9288"/>
                  </a:cubicBezTo>
                  <a:cubicBezTo>
                    <a:pt x="7466" y="9573"/>
                    <a:pt x="6978" y="9788"/>
                    <a:pt x="6454" y="9883"/>
                  </a:cubicBezTo>
                  <a:cubicBezTo>
                    <a:pt x="6311" y="9919"/>
                    <a:pt x="6192" y="10050"/>
                    <a:pt x="6192" y="10216"/>
                  </a:cubicBezTo>
                  <a:lnTo>
                    <a:pt x="6192" y="10681"/>
                  </a:lnTo>
                  <a:cubicBezTo>
                    <a:pt x="6192" y="10681"/>
                    <a:pt x="6192" y="10693"/>
                    <a:pt x="6168" y="10693"/>
                  </a:cubicBezTo>
                  <a:lnTo>
                    <a:pt x="4811" y="10693"/>
                  </a:lnTo>
                  <a:cubicBezTo>
                    <a:pt x="4811" y="10693"/>
                    <a:pt x="4787" y="10693"/>
                    <a:pt x="4787" y="10681"/>
                  </a:cubicBezTo>
                  <a:lnTo>
                    <a:pt x="4787" y="10216"/>
                  </a:lnTo>
                  <a:cubicBezTo>
                    <a:pt x="4787" y="10050"/>
                    <a:pt x="4692" y="9919"/>
                    <a:pt x="4525" y="9883"/>
                  </a:cubicBezTo>
                  <a:cubicBezTo>
                    <a:pt x="4001" y="9764"/>
                    <a:pt x="3513" y="9573"/>
                    <a:pt x="3060" y="9288"/>
                  </a:cubicBezTo>
                  <a:cubicBezTo>
                    <a:pt x="3001" y="9264"/>
                    <a:pt x="2941" y="9228"/>
                    <a:pt x="2882" y="9228"/>
                  </a:cubicBezTo>
                  <a:cubicBezTo>
                    <a:pt x="2798" y="9228"/>
                    <a:pt x="2715" y="9264"/>
                    <a:pt x="2644" y="9335"/>
                  </a:cubicBezTo>
                  <a:lnTo>
                    <a:pt x="2322" y="9669"/>
                  </a:lnTo>
                  <a:lnTo>
                    <a:pt x="2298" y="9669"/>
                  </a:lnTo>
                  <a:lnTo>
                    <a:pt x="1334" y="8692"/>
                  </a:lnTo>
                  <a:lnTo>
                    <a:pt x="1334" y="8680"/>
                  </a:lnTo>
                  <a:lnTo>
                    <a:pt x="1667" y="8359"/>
                  </a:lnTo>
                  <a:cubicBezTo>
                    <a:pt x="1763" y="8252"/>
                    <a:pt x="1798" y="8073"/>
                    <a:pt x="1703" y="7942"/>
                  </a:cubicBezTo>
                  <a:cubicBezTo>
                    <a:pt x="1429" y="7490"/>
                    <a:pt x="1215" y="7002"/>
                    <a:pt x="1108" y="6478"/>
                  </a:cubicBezTo>
                  <a:cubicBezTo>
                    <a:pt x="1084" y="6335"/>
                    <a:pt x="953" y="6216"/>
                    <a:pt x="786" y="6216"/>
                  </a:cubicBezTo>
                  <a:lnTo>
                    <a:pt x="322" y="6216"/>
                  </a:lnTo>
                  <a:cubicBezTo>
                    <a:pt x="322" y="6216"/>
                    <a:pt x="310" y="6216"/>
                    <a:pt x="310" y="6192"/>
                  </a:cubicBezTo>
                  <a:lnTo>
                    <a:pt x="310" y="4811"/>
                  </a:lnTo>
                  <a:cubicBezTo>
                    <a:pt x="310" y="4811"/>
                    <a:pt x="310" y="4799"/>
                    <a:pt x="322" y="4799"/>
                  </a:cubicBezTo>
                  <a:lnTo>
                    <a:pt x="786" y="4799"/>
                  </a:lnTo>
                  <a:cubicBezTo>
                    <a:pt x="953" y="4799"/>
                    <a:pt x="1084" y="4692"/>
                    <a:pt x="1108" y="4525"/>
                  </a:cubicBezTo>
                  <a:cubicBezTo>
                    <a:pt x="1227" y="4001"/>
                    <a:pt x="1429" y="3513"/>
                    <a:pt x="1703" y="3073"/>
                  </a:cubicBezTo>
                  <a:cubicBezTo>
                    <a:pt x="1798" y="2930"/>
                    <a:pt x="1786" y="2775"/>
                    <a:pt x="1667" y="2656"/>
                  </a:cubicBezTo>
                  <a:lnTo>
                    <a:pt x="1334" y="2322"/>
                  </a:lnTo>
                  <a:lnTo>
                    <a:pt x="1334" y="2311"/>
                  </a:lnTo>
                  <a:lnTo>
                    <a:pt x="2298" y="1346"/>
                  </a:lnTo>
                  <a:lnTo>
                    <a:pt x="2322" y="1346"/>
                  </a:lnTo>
                  <a:lnTo>
                    <a:pt x="2644" y="1668"/>
                  </a:lnTo>
                  <a:cubicBezTo>
                    <a:pt x="2707" y="1731"/>
                    <a:pt x="2796" y="1765"/>
                    <a:pt x="2885" y="1765"/>
                  </a:cubicBezTo>
                  <a:cubicBezTo>
                    <a:pt x="2946" y="1765"/>
                    <a:pt x="3007" y="1749"/>
                    <a:pt x="3060" y="1715"/>
                  </a:cubicBezTo>
                  <a:cubicBezTo>
                    <a:pt x="3513" y="1429"/>
                    <a:pt x="4001" y="1227"/>
                    <a:pt x="4525" y="1120"/>
                  </a:cubicBezTo>
                  <a:cubicBezTo>
                    <a:pt x="4668" y="1084"/>
                    <a:pt x="4787" y="953"/>
                    <a:pt x="4787" y="787"/>
                  </a:cubicBezTo>
                  <a:lnTo>
                    <a:pt x="4787" y="334"/>
                  </a:lnTo>
                  <a:cubicBezTo>
                    <a:pt x="4787" y="334"/>
                    <a:pt x="4787" y="310"/>
                    <a:pt x="4811" y="310"/>
                  </a:cubicBezTo>
                  <a:close/>
                  <a:moveTo>
                    <a:pt x="4811" y="1"/>
                  </a:moveTo>
                  <a:cubicBezTo>
                    <a:pt x="4632" y="1"/>
                    <a:pt x="4477" y="156"/>
                    <a:pt x="4477" y="334"/>
                  </a:cubicBezTo>
                  <a:lnTo>
                    <a:pt x="4477" y="798"/>
                  </a:lnTo>
                  <a:cubicBezTo>
                    <a:pt x="4477" y="798"/>
                    <a:pt x="4477" y="810"/>
                    <a:pt x="4465" y="810"/>
                  </a:cubicBezTo>
                  <a:cubicBezTo>
                    <a:pt x="3918" y="929"/>
                    <a:pt x="3370" y="1156"/>
                    <a:pt x="2906" y="1453"/>
                  </a:cubicBezTo>
                  <a:lnTo>
                    <a:pt x="2882" y="1453"/>
                  </a:lnTo>
                  <a:lnTo>
                    <a:pt x="2560" y="1120"/>
                  </a:lnTo>
                  <a:cubicBezTo>
                    <a:pt x="2495" y="1054"/>
                    <a:pt x="2408" y="1022"/>
                    <a:pt x="2322" y="1022"/>
                  </a:cubicBezTo>
                  <a:cubicBezTo>
                    <a:pt x="2236" y="1022"/>
                    <a:pt x="2150" y="1054"/>
                    <a:pt x="2084" y="1120"/>
                  </a:cubicBezTo>
                  <a:lnTo>
                    <a:pt x="1120" y="2084"/>
                  </a:lnTo>
                  <a:cubicBezTo>
                    <a:pt x="977" y="2215"/>
                    <a:pt x="977" y="2430"/>
                    <a:pt x="1120" y="2561"/>
                  </a:cubicBezTo>
                  <a:lnTo>
                    <a:pt x="1441" y="2894"/>
                  </a:lnTo>
                  <a:lnTo>
                    <a:pt x="1441" y="2906"/>
                  </a:lnTo>
                  <a:cubicBezTo>
                    <a:pt x="1132" y="3382"/>
                    <a:pt x="917" y="3906"/>
                    <a:pt x="798" y="4466"/>
                  </a:cubicBezTo>
                  <a:cubicBezTo>
                    <a:pt x="798" y="4466"/>
                    <a:pt x="798" y="4489"/>
                    <a:pt x="786" y="4489"/>
                  </a:cubicBezTo>
                  <a:lnTo>
                    <a:pt x="322" y="4489"/>
                  </a:lnTo>
                  <a:cubicBezTo>
                    <a:pt x="143" y="4489"/>
                    <a:pt x="0" y="4632"/>
                    <a:pt x="0" y="4811"/>
                  </a:cubicBezTo>
                  <a:lnTo>
                    <a:pt x="0" y="6192"/>
                  </a:lnTo>
                  <a:cubicBezTo>
                    <a:pt x="0" y="6371"/>
                    <a:pt x="143" y="6525"/>
                    <a:pt x="322" y="6525"/>
                  </a:cubicBezTo>
                  <a:lnTo>
                    <a:pt x="786" y="6525"/>
                  </a:lnTo>
                  <a:cubicBezTo>
                    <a:pt x="786" y="6525"/>
                    <a:pt x="798" y="6525"/>
                    <a:pt x="798" y="6537"/>
                  </a:cubicBezTo>
                  <a:cubicBezTo>
                    <a:pt x="917" y="7085"/>
                    <a:pt x="1143" y="7621"/>
                    <a:pt x="1441" y="8097"/>
                  </a:cubicBezTo>
                  <a:lnTo>
                    <a:pt x="1441" y="8121"/>
                  </a:lnTo>
                  <a:lnTo>
                    <a:pt x="1120" y="8442"/>
                  </a:lnTo>
                  <a:cubicBezTo>
                    <a:pt x="977" y="8573"/>
                    <a:pt x="977" y="8788"/>
                    <a:pt x="1120" y="8918"/>
                  </a:cubicBezTo>
                  <a:lnTo>
                    <a:pt x="2084" y="9883"/>
                  </a:lnTo>
                  <a:cubicBezTo>
                    <a:pt x="2150" y="9954"/>
                    <a:pt x="2236" y="9990"/>
                    <a:pt x="2322" y="9990"/>
                  </a:cubicBezTo>
                  <a:cubicBezTo>
                    <a:pt x="2408" y="9990"/>
                    <a:pt x="2495" y="9954"/>
                    <a:pt x="2560" y="9883"/>
                  </a:cubicBezTo>
                  <a:lnTo>
                    <a:pt x="2882" y="9561"/>
                  </a:lnTo>
                  <a:lnTo>
                    <a:pt x="2906" y="9561"/>
                  </a:lnTo>
                  <a:cubicBezTo>
                    <a:pt x="3370" y="9871"/>
                    <a:pt x="3894" y="10085"/>
                    <a:pt x="4465" y="10204"/>
                  </a:cubicBezTo>
                  <a:cubicBezTo>
                    <a:pt x="4465" y="10204"/>
                    <a:pt x="4477" y="10204"/>
                    <a:pt x="4477" y="10216"/>
                  </a:cubicBezTo>
                  <a:lnTo>
                    <a:pt x="4477" y="10681"/>
                  </a:lnTo>
                  <a:cubicBezTo>
                    <a:pt x="4477" y="10859"/>
                    <a:pt x="4632" y="11002"/>
                    <a:pt x="4811" y="11002"/>
                  </a:cubicBezTo>
                  <a:lnTo>
                    <a:pt x="6192" y="11002"/>
                  </a:lnTo>
                  <a:cubicBezTo>
                    <a:pt x="6370" y="11002"/>
                    <a:pt x="6513" y="10859"/>
                    <a:pt x="6513" y="10681"/>
                  </a:cubicBezTo>
                  <a:lnTo>
                    <a:pt x="6513" y="10216"/>
                  </a:lnTo>
                  <a:cubicBezTo>
                    <a:pt x="6513" y="10216"/>
                    <a:pt x="6513" y="10204"/>
                    <a:pt x="6537" y="10204"/>
                  </a:cubicBezTo>
                  <a:cubicBezTo>
                    <a:pt x="7085" y="10085"/>
                    <a:pt x="7620" y="9859"/>
                    <a:pt x="8097" y="9561"/>
                  </a:cubicBezTo>
                  <a:lnTo>
                    <a:pt x="8109" y="9561"/>
                  </a:lnTo>
                  <a:lnTo>
                    <a:pt x="8442" y="9883"/>
                  </a:lnTo>
                  <a:cubicBezTo>
                    <a:pt x="8507" y="9954"/>
                    <a:pt x="8591" y="9990"/>
                    <a:pt x="8676" y="9990"/>
                  </a:cubicBezTo>
                  <a:cubicBezTo>
                    <a:pt x="8760" y="9990"/>
                    <a:pt x="8847" y="9954"/>
                    <a:pt x="8918" y="9883"/>
                  </a:cubicBezTo>
                  <a:lnTo>
                    <a:pt x="9883" y="8918"/>
                  </a:lnTo>
                  <a:cubicBezTo>
                    <a:pt x="10014" y="8788"/>
                    <a:pt x="10014" y="8573"/>
                    <a:pt x="9883" y="8442"/>
                  </a:cubicBezTo>
                  <a:lnTo>
                    <a:pt x="9549" y="8121"/>
                  </a:lnTo>
                  <a:lnTo>
                    <a:pt x="9549" y="8097"/>
                  </a:lnTo>
                  <a:cubicBezTo>
                    <a:pt x="9871" y="7621"/>
                    <a:pt x="10073" y="7109"/>
                    <a:pt x="10192" y="6537"/>
                  </a:cubicBezTo>
                  <a:cubicBezTo>
                    <a:pt x="10192" y="6537"/>
                    <a:pt x="10192" y="6525"/>
                    <a:pt x="10204" y="6525"/>
                  </a:cubicBezTo>
                  <a:lnTo>
                    <a:pt x="10668" y="6525"/>
                  </a:lnTo>
                  <a:cubicBezTo>
                    <a:pt x="10847" y="6525"/>
                    <a:pt x="11002" y="6371"/>
                    <a:pt x="11002" y="6192"/>
                  </a:cubicBezTo>
                  <a:lnTo>
                    <a:pt x="11002" y="4811"/>
                  </a:lnTo>
                  <a:cubicBezTo>
                    <a:pt x="10978" y="4632"/>
                    <a:pt x="10835" y="4489"/>
                    <a:pt x="10657" y="4489"/>
                  </a:cubicBezTo>
                  <a:lnTo>
                    <a:pt x="10192" y="4489"/>
                  </a:lnTo>
                  <a:cubicBezTo>
                    <a:pt x="10192" y="4489"/>
                    <a:pt x="10180" y="4489"/>
                    <a:pt x="10180" y="4466"/>
                  </a:cubicBezTo>
                  <a:cubicBezTo>
                    <a:pt x="10061" y="3918"/>
                    <a:pt x="9835" y="3382"/>
                    <a:pt x="9537" y="2906"/>
                  </a:cubicBezTo>
                  <a:lnTo>
                    <a:pt x="9537" y="2894"/>
                  </a:lnTo>
                  <a:lnTo>
                    <a:pt x="9859" y="2561"/>
                  </a:lnTo>
                  <a:cubicBezTo>
                    <a:pt x="10002" y="2430"/>
                    <a:pt x="10002" y="2215"/>
                    <a:pt x="9859" y="2084"/>
                  </a:cubicBezTo>
                  <a:lnTo>
                    <a:pt x="8894" y="1120"/>
                  </a:lnTo>
                  <a:cubicBezTo>
                    <a:pt x="8829" y="1054"/>
                    <a:pt x="8743" y="1022"/>
                    <a:pt x="8656" y="1022"/>
                  </a:cubicBezTo>
                  <a:cubicBezTo>
                    <a:pt x="8570" y="1022"/>
                    <a:pt x="8484" y="1054"/>
                    <a:pt x="8418" y="1120"/>
                  </a:cubicBezTo>
                  <a:lnTo>
                    <a:pt x="8097" y="1453"/>
                  </a:lnTo>
                  <a:lnTo>
                    <a:pt x="8073" y="1453"/>
                  </a:lnTo>
                  <a:cubicBezTo>
                    <a:pt x="7597" y="1132"/>
                    <a:pt x="7085" y="929"/>
                    <a:pt x="6513" y="810"/>
                  </a:cubicBezTo>
                  <a:cubicBezTo>
                    <a:pt x="6513" y="810"/>
                    <a:pt x="6501" y="810"/>
                    <a:pt x="6501" y="798"/>
                  </a:cubicBezTo>
                  <a:lnTo>
                    <a:pt x="6501" y="334"/>
                  </a:lnTo>
                  <a:cubicBezTo>
                    <a:pt x="6501" y="156"/>
                    <a:pt x="6346" y="1"/>
                    <a:pt x="6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5"/>
            <p:cNvSpPr/>
            <p:nvPr/>
          </p:nvSpPr>
          <p:spPr>
            <a:xfrm>
              <a:off x="1373049" y="1574063"/>
              <a:ext cx="181544" cy="179730"/>
            </a:xfrm>
            <a:custGeom>
              <a:avLst/>
              <a:gdLst/>
              <a:ahLst/>
              <a:cxnLst/>
              <a:rect l="l" t="t" r="r" b="b"/>
              <a:pathLst>
                <a:path w="5704" h="5647" extrusionOk="0">
                  <a:moveTo>
                    <a:pt x="3449" y="0"/>
                  </a:moveTo>
                  <a:cubicBezTo>
                    <a:pt x="3399" y="0"/>
                    <a:pt x="3349" y="1"/>
                    <a:pt x="3299" y="3"/>
                  </a:cubicBezTo>
                  <a:cubicBezTo>
                    <a:pt x="2453" y="51"/>
                    <a:pt x="1644" y="408"/>
                    <a:pt x="1036" y="1003"/>
                  </a:cubicBezTo>
                  <a:cubicBezTo>
                    <a:pt x="429" y="1611"/>
                    <a:pt x="84" y="2396"/>
                    <a:pt x="48" y="3266"/>
                  </a:cubicBezTo>
                  <a:cubicBezTo>
                    <a:pt x="1" y="4111"/>
                    <a:pt x="262" y="4933"/>
                    <a:pt x="798" y="5587"/>
                  </a:cubicBezTo>
                  <a:cubicBezTo>
                    <a:pt x="834" y="5635"/>
                    <a:pt x="882" y="5647"/>
                    <a:pt x="917" y="5647"/>
                  </a:cubicBezTo>
                  <a:cubicBezTo>
                    <a:pt x="953" y="5647"/>
                    <a:pt x="1001" y="5635"/>
                    <a:pt x="1024" y="5623"/>
                  </a:cubicBezTo>
                  <a:cubicBezTo>
                    <a:pt x="1096" y="5564"/>
                    <a:pt x="1096" y="5456"/>
                    <a:pt x="1060" y="5397"/>
                  </a:cubicBezTo>
                  <a:cubicBezTo>
                    <a:pt x="584" y="4802"/>
                    <a:pt x="322" y="4051"/>
                    <a:pt x="370" y="3278"/>
                  </a:cubicBezTo>
                  <a:cubicBezTo>
                    <a:pt x="417" y="2504"/>
                    <a:pt x="727" y="1777"/>
                    <a:pt x="1274" y="1242"/>
                  </a:cubicBezTo>
                  <a:cubicBezTo>
                    <a:pt x="1834" y="694"/>
                    <a:pt x="2560" y="384"/>
                    <a:pt x="3322" y="337"/>
                  </a:cubicBezTo>
                  <a:cubicBezTo>
                    <a:pt x="3385" y="333"/>
                    <a:pt x="3447" y="331"/>
                    <a:pt x="3509" y="331"/>
                  </a:cubicBezTo>
                  <a:cubicBezTo>
                    <a:pt x="4215" y="331"/>
                    <a:pt x="4883" y="578"/>
                    <a:pt x="5430" y="1015"/>
                  </a:cubicBezTo>
                  <a:cubicBezTo>
                    <a:pt x="5461" y="1041"/>
                    <a:pt x="5496" y="1053"/>
                    <a:pt x="5531" y="1053"/>
                  </a:cubicBezTo>
                  <a:cubicBezTo>
                    <a:pt x="5577" y="1053"/>
                    <a:pt x="5622" y="1032"/>
                    <a:pt x="5656" y="992"/>
                  </a:cubicBezTo>
                  <a:cubicBezTo>
                    <a:pt x="5704" y="920"/>
                    <a:pt x="5680" y="813"/>
                    <a:pt x="5620" y="765"/>
                  </a:cubicBezTo>
                  <a:cubicBezTo>
                    <a:pt x="5005" y="262"/>
                    <a:pt x="4232" y="0"/>
                    <a:pt x="3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5"/>
            <p:cNvSpPr/>
            <p:nvPr/>
          </p:nvSpPr>
          <p:spPr>
            <a:xfrm>
              <a:off x="1411338" y="1606368"/>
              <a:ext cx="182276" cy="186477"/>
            </a:xfrm>
            <a:custGeom>
              <a:avLst/>
              <a:gdLst/>
              <a:ahLst/>
              <a:cxnLst/>
              <a:rect l="l" t="t" r="r" b="b"/>
              <a:pathLst>
                <a:path w="5727" h="5859" extrusionOk="0">
                  <a:moveTo>
                    <a:pt x="3286" y="334"/>
                  </a:moveTo>
                  <a:lnTo>
                    <a:pt x="3286" y="1000"/>
                  </a:lnTo>
                  <a:cubicBezTo>
                    <a:pt x="3286" y="1108"/>
                    <a:pt x="3262" y="1227"/>
                    <a:pt x="3215" y="1310"/>
                  </a:cubicBezTo>
                  <a:lnTo>
                    <a:pt x="3143" y="1477"/>
                  </a:lnTo>
                  <a:cubicBezTo>
                    <a:pt x="3119" y="1501"/>
                    <a:pt x="3119" y="1524"/>
                    <a:pt x="3119" y="1548"/>
                  </a:cubicBezTo>
                  <a:lnTo>
                    <a:pt x="3119" y="1893"/>
                  </a:lnTo>
                  <a:cubicBezTo>
                    <a:pt x="3119" y="2132"/>
                    <a:pt x="3036" y="2358"/>
                    <a:pt x="2858" y="2524"/>
                  </a:cubicBezTo>
                  <a:cubicBezTo>
                    <a:pt x="2691" y="2679"/>
                    <a:pt x="2453" y="2775"/>
                    <a:pt x="2215" y="2775"/>
                  </a:cubicBezTo>
                  <a:cubicBezTo>
                    <a:pt x="1774" y="2763"/>
                    <a:pt x="1381" y="2346"/>
                    <a:pt x="1381" y="1846"/>
                  </a:cubicBezTo>
                  <a:lnTo>
                    <a:pt x="1381" y="1548"/>
                  </a:lnTo>
                  <a:cubicBezTo>
                    <a:pt x="1381" y="1524"/>
                    <a:pt x="1381" y="1501"/>
                    <a:pt x="1369" y="1477"/>
                  </a:cubicBezTo>
                  <a:lnTo>
                    <a:pt x="1262" y="1286"/>
                  </a:lnTo>
                  <a:cubicBezTo>
                    <a:pt x="1238" y="1203"/>
                    <a:pt x="1203" y="1131"/>
                    <a:pt x="1203" y="1048"/>
                  </a:cubicBezTo>
                  <a:lnTo>
                    <a:pt x="1203" y="1024"/>
                  </a:lnTo>
                  <a:cubicBezTo>
                    <a:pt x="1203" y="643"/>
                    <a:pt x="1524" y="334"/>
                    <a:pt x="1905" y="334"/>
                  </a:cubicBezTo>
                  <a:close/>
                  <a:moveTo>
                    <a:pt x="2608" y="3025"/>
                  </a:moveTo>
                  <a:cubicBezTo>
                    <a:pt x="2619" y="3084"/>
                    <a:pt x="2631" y="3132"/>
                    <a:pt x="2655" y="3179"/>
                  </a:cubicBezTo>
                  <a:lnTo>
                    <a:pt x="2512" y="3310"/>
                  </a:lnTo>
                  <a:cubicBezTo>
                    <a:pt x="2441" y="3382"/>
                    <a:pt x="2357" y="3417"/>
                    <a:pt x="2262" y="3417"/>
                  </a:cubicBezTo>
                  <a:cubicBezTo>
                    <a:pt x="2179" y="3417"/>
                    <a:pt x="2084" y="3382"/>
                    <a:pt x="2012" y="3310"/>
                  </a:cubicBezTo>
                  <a:lnTo>
                    <a:pt x="1881" y="3179"/>
                  </a:lnTo>
                  <a:cubicBezTo>
                    <a:pt x="1893" y="3132"/>
                    <a:pt x="1905" y="3084"/>
                    <a:pt x="1905" y="3025"/>
                  </a:cubicBezTo>
                  <a:cubicBezTo>
                    <a:pt x="2012" y="3060"/>
                    <a:pt x="2119" y="3084"/>
                    <a:pt x="2215" y="3084"/>
                  </a:cubicBezTo>
                  <a:lnTo>
                    <a:pt x="2250" y="3084"/>
                  </a:lnTo>
                  <a:cubicBezTo>
                    <a:pt x="2369" y="3084"/>
                    <a:pt x="2488" y="3072"/>
                    <a:pt x="2608" y="3025"/>
                  </a:cubicBezTo>
                  <a:close/>
                  <a:moveTo>
                    <a:pt x="2810" y="3441"/>
                  </a:moveTo>
                  <a:cubicBezTo>
                    <a:pt x="2858" y="3477"/>
                    <a:pt x="2905" y="3489"/>
                    <a:pt x="2941" y="3501"/>
                  </a:cubicBezTo>
                  <a:lnTo>
                    <a:pt x="3524" y="3667"/>
                  </a:lnTo>
                  <a:cubicBezTo>
                    <a:pt x="3679" y="3715"/>
                    <a:pt x="3774" y="3846"/>
                    <a:pt x="3774" y="4013"/>
                  </a:cubicBezTo>
                  <a:lnTo>
                    <a:pt x="3774" y="5108"/>
                  </a:lnTo>
                  <a:lnTo>
                    <a:pt x="3822" y="5108"/>
                  </a:lnTo>
                  <a:cubicBezTo>
                    <a:pt x="3703" y="5180"/>
                    <a:pt x="3584" y="5239"/>
                    <a:pt x="3453" y="5287"/>
                  </a:cubicBezTo>
                  <a:lnTo>
                    <a:pt x="3453" y="4310"/>
                  </a:lnTo>
                  <a:cubicBezTo>
                    <a:pt x="3453" y="4215"/>
                    <a:pt x="3381" y="4144"/>
                    <a:pt x="3286" y="4144"/>
                  </a:cubicBezTo>
                  <a:cubicBezTo>
                    <a:pt x="3203" y="4144"/>
                    <a:pt x="3119" y="4215"/>
                    <a:pt x="3119" y="4310"/>
                  </a:cubicBezTo>
                  <a:lnTo>
                    <a:pt x="3119" y="5394"/>
                  </a:lnTo>
                  <a:cubicBezTo>
                    <a:pt x="2881" y="5465"/>
                    <a:pt x="2655" y="5501"/>
                    <a:pt x="2405" y="5513"/>
                  </a:cubicBezTo>
                  <a:lnTo>
                    <a:pt x="2262" y="5513"/>
                  </a:lnTo>
                  <a:cubicBezTo>
                    <a:pt x="1965" y="5513"/>
                    <a:pt x="1667" y="5465"/>
                    <a:pt x="1381" y="5394"/>
                  </a:cubicBezTo>
                  <a:lnTo>
                    <a:pt x="1381" y="4310"/>
                  </a:lnTo>
                  <a:cubicBezTo>
                    <a:pt x="1381" y="4215"/>
                    <a:pt x="1310" y="4144"/>
                    <a:pt x="1214" y="4144"/>
                  </a:cubicBezTo>
                  <a:cubicBezTo>
                    <a:pt x="1131" y="4144"/>
                    <a:pt x="1060" y="4215"/>
                    <a:pt x="1060" y="4310"/>
                  </a:cubicBezTo>
                  <a:lnTo>
                    <a:pt x="1060" y="5287"/>
                  </a:lnTo>
                  <a:cubicBezTo>
                    <a:pt x="941" y="5227"/>
                    <a:pt x="798" y="5168"/>
                    <a:pt x="679" y="5108"/>
                  </a:cubicBezTo>
                  <a:lnTo>
                    <a:pt x="679" y="4013"/>
                  </a:lnTo>
                  <a:cubicBezTo>
                    <a:pt x="679" y="3846"/>
                    <a:pt x="786" y="3715"/>
                    <a:pt x="941" y="3667"/>
                  </a:cubicBezTo>
                  <a:lnTo>
                    <a:pt x="1512" y="3501"/>
                  </a:lnTo>
                  <a:cubicBezTo>
                    <a:pt x="1560" y="3489"/>
                    <a:pt x="1619" y="3477"/>
                    <a:pt x="1655" y="3441"/>
                  </a:cubicBezTo>
                  <a:lnTo>
                    <a:pt x="1750" y="3548"/>
                  </a:lnTo>
                  <a:cubicBezTo>
                    <a:pt x="1893" y="3679"/>
                    <a:pt x="2072" y="3739"/>
                    <a:pt x="2227" y="3739"/>
                  </a:cubicBezTo>
                  <a:cubicBezTo>
                    <a:pt x="2393" y="3739"/>
                    <a:pt x="2572" y="3679"/>
                    <a:pt x="2703" y="3548"/>
                  </a:cubicBezTo>
                  <a:lnTo>
                    <a:pt x="2810" y="3441"/>
                  </a:lnTo>
                  <a:close/>
                  <a:moveTo>
                    <a:pt x="1893" y="0"/>
                  </a:moveTo>
                  <a:cubicBezTo>
                    <a:pt x="1322" y="0"/>
                    <a:pt x="869" y="465"/>
                    <a:pt x="869" y="1024"/>
                  </a:cubicBezTo>
                  <a:lnTo>
                    <a:pt x="869" y="1048"/>
                  </a:lnTo>
                  <a:cubicBezTo>
                    <a:pt x="869" y="1179"/>
                    <a:pt x="893" y="1310"/>
                    <a:pt x="953" y="1429"/>
                  </a:cubicBezTo>
                  <a:lnTo>
                    <a:pt x="1048" y="1596"/>
                  </a:lnTo>
                  <a:lnTo>
                    <a:pt x="1048" y="1870"/>
                  </a:lnTo>
                  <a:cubicBezTo>
                    <a:pt x="1048" y="2286"/>
                    <a:pt x="1250" y="2655"/>
                    <a:pt x="1560" y="2882"/>
                  </a:cubicBezTo>
                  <a:lnTo>
                    <a:pt x="1560" y="3025"/>
                  </a:lnTo>
                  <a:cubicBezTo>
                    <a:pt x="1560" y="3096"/>
                    <a:pt x="1500" y="3179"/>
                    <a:pt x="1429" y="3203"/>
                  </a:cubicBezTo>
                  <a:lnTo>
                    <a:pt x="845" y="3370"/>
                  </a:lnTo>
                  <a:cubicBezTo>
                    <a:pt x="572" y="3453"/>
                    <a:pt x="357" y="3727"/>
                    <a:pt x="357" y="4025"/>
                  </a:cubicBezTo>
                  <a:lnTo>
                    <a:pt x="357" y="4906"/>
                  </a:lnTo>
                  <a:cubicBezTo>
                    <a:pt x="333" y="4882"/>
                    <a:pt x="310" y="4858"/>
                    <a:pt x="286" y="4846"/>
                  </a:cubicBezTo>
                  <a:cubicBezTo>
                    <a:pt x="255" y="4820"/>
                    <a:pt x="220" y="4808"/>
                    <a:pt x="185" y="4808"/>
                  </a:cubicBezTo>
                  <a:cubicBezTo>
                    <a:pt x="139" y="4808"/>
                    <a:pt x="93" y="4829"/>
                    <a:pt x="60" y="4870"/>
                  </a:cubicBezTo>
                  <a:cubicBezTo>
                    <a:pt x="0" y="4941"/>
                    <a:pt x="12" y="5037"/>
                    <a:pt x="95" y="5096"/>
                  </a:cubicBezTo>
                  <a:cubicBezTo>
                    <a:pt x="703" y="5584"/>
                    <a:pt x="1465" y="5858"/>
                    <a:pt x="2250" y="5858"/>
                  </a:cubicBezTo>
                  <a:lnTo>
                    <a:pt x="2417" y="5858"/>
                  </a:lnTo>
                  <a:cubicBezTo>
                    <a:pt x="3262" y="5811"/>
                    <a:pt x="4060" y="5453"/>
                    <a:pt x="4679" y="4858"/>
                  </a:cubicBezTo>
                  <a:cubicBezTo>
                    <a:pt x="5286" y="4251"/>
                    <a:pt x="5632" y="3453"/>
                    <a:pt x="5667" y="2596"/>
                  </a:cubicBezTo>
                  <a:cubicBezTo>
                    <a:pt x="5727" y="1727"/>
                    <a:pt x="5465" y="905"/>
                    <a:pt x="4929" y="262"/>
                  </a:cubicBezTo>
                  <a:cubicBezTo>
                    <a:pt x="4895" y="215"/>
                    <a:pt x="4846" y="194"/>
                    <a:pt x="4799" y="194"/>
                  </a:cubicBezTo>
                  <a:cubicBezTo>
                    <a:pt x="4763" y="194"/>
                    <a:pt x="4729" y="206"/>
                    <a:pt x="4703" y="227"/>
                  </a:cubicBezTo>
                  <a:cubicBezTo>
                    <a:pt x="4632" y="286"/>
                    <a:pt x="4632" y="393"/>
                    <a:pt x="4679" y="453"/>
                  </a:cubicBezTo>
                  <a:cubicBezTo>
                    <a:pt x="5155" y="1048"/>
                    <a:pt x="5405" y="1786"/>
                    <a:pt x="5358" y="2560"/>
                  </a:cubicBezTo>
                  <a:cubicBezTo>
                    <a:pt x="5310" y="3334"/>
                    <a:pt x="5001" y="4072"/>
                    <a:pt x="4453" y="4608"/>
                  </a:cubicBezTo>
                  <a:cubicBezTo>
                    <a:pt x="4346" y="4703"/>
                    <a:pt x="4239" y="4799"/>
                    <a:pt x="4143" y="4882"/>
                  </a:cubicBezTo>
                  <a:lnTo>
                    <a:pt x="4143" y="4013"/>
                  </a:lnTo>
                  <a:cubicBezTo>
                    <a:pt x="4143" y="3715"/>
                    <a:pt x="3929" y="3441"/>
                    <a:pt x="3643" y="3358"/>
                  </a:cubicBezTo>
                  <a:lnTo>
                    <a:pt x="3072" y="3191"/>
                  </a:lnTo>
                  <a:cubicBezTo>
                    <a:pt x="2989" y="3156"/>
                    <a:pt x="2929" y="3096"/>
                    <a:pt x="2929" y="3013"/>
                  </a:cubicBezTo>
                  <a:lnTo>
                    <a:pt x="2929" y="2882"/>
                  </a:lnTo>
                  <a:cubicBezTo>
                    <a:pt x="2989" y="2834"/>
                    <a:pt x="3036" y="2798"/>
                    <a:pt x="3084" y="2763"/>
                  </a:cubicBezTo>
                  <a:cubicBezTo>
                    <a:pt x="3322" y="2536"/>
                    <a:pt x="3441" y="2227"/>
                    <a:pt x="3441" y="1893"/>
                  </a:cubicBezTo>
                  <a:lnTo>
                    <a:pt x="3441" y="1596"/>
                  </a:lnTo>
                  <a:lnTo>
                    <a:pt x="3500" y="1465"/>
                  </a:lnTo>
                  <a:cubicBezTo>
                    <a:pt x="3572" y="1334"/>
                    <a:pt x="3596" y="1167"/>
                    <a:pt x="3596" y="1000"/>
                  </a:cubicBezTo>
                  <a:lnTo>
                    <a:pt x="3596" y="167"/>
                  </a:lnTo>
                  <a:cubicBezTo>
                    <a:pt x="3596" y="72"/>
                    <a:pt x="3524" y="0"/>
                    <a:pt x="3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5"/>
            <p:cNvSpPr/>
            <p:nvPr/>
          </p:nvSpPr>
          <p:spPr>
            <a:xfrm>
              <a:off x="1461721" y="1634026"/>
              <a:ext cx="43986" cy="15564"/>
            </a:xfrm>
            <a:custGeom>
              <a:avLst/>
              <a:gdLst/>
              <a:ahLst/>
              <a:cxnLst/>
              <a:rect l="l" t="t" r="r" b="b"/>
              <a:pathLst>
                <a:path w="1382" h="489" extrusionOk="0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58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5"/>
                  </a:cubicBezTo>
                  <a:cubicBezTo>
                    <a:pt x="1382" y="322"/>
                    <a:pt x="1346" y="239"/>
                    <a:pt x="1263" y="191"/>
                  </a:cubicBezTo>
                  <a:cubicBezTo>
                    <a:pt x="894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F95DAA-11E9-CCDD-CC5C-2D50FDEE4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3" y="2037735"/>
            <a:ext cx="429530" cy="1828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6"/>
          <p:cNvSpPr txBox="1">
            <a:spLocks noGrp="1"/>
          </p:cNvSpPr>
          <p:nvPr>
            <p:ph type="subTitle" idx="1"/>
          </p:nvPr>
        </p:nvSpPr>
        <p:spPr>
          <a:xfrm>
            <a:off x="1329425" y="1825100"/>
            <a:ext cx="2627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using Django's Model-View-Template (MVT) pattern.</a:t>
            </a:r>
          </a:p>
        </p:txBody>
      </p:sp>
      <p:sp>
        <p:nvSpPr>
          <p:cNvPr id="739" name="Google Shape;739;p46"/>
          <p:cNvSpPr txBox="1">
            <a:spLocks noGrp="1"/>
          </p:cNvSpPr>
          <p:nvPr>
            <p:ph type="subTitle" idx="2"/>
          </p:nvPr>
        </p:nvSpPr>
        <p:spPr>
          <a:xfrm>
            <a:off x="5198947" y="1825100"/>
            <a:ext cx="2627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Contains the tables migrated to the database for keeping records and data of various users</a:t>
            </a:r>
            <a:endParaRPr dirty="0"/>
          </a:p>
        </p:txBody>
      </p:sp>
      <p:sp>
        <p:nvSpPr>
          <p:cNvPr id="740" name="Google Shape;740;p46"/>
          <p:cNvSpPr txBox="1">
            <a:spLocks noGrp="1"/>
          </p:cNvSpPr>
          <p:nvPr>
            <p:ph type="subTitle" idx="3"/>
          </p:nvPr>
        </p:nvSpPr>
        <p:spPr>
          <a:xfrm>
            <a:off x="1046602" y="3351373"/>
            <a:ext cx="3415229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profiles contain personal information, skills, and preferences.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Job listings include job title, required skills, and salary range.</a:t>
            </a:r>
          </a:p>
        </p:txBody>
      </p:sp>
      <p:sp>
        <p:nvSpPr>
          <p:cNvPr id="741" name="Google Shape;741;p46"/>
          <p:cNvSpPr txBox="1">
            <a:spLocks noGrp="1"/>
          </p:cNvSpPr>
          <p:nvPr>
            <p:ph type="subTitle" idx="4"/>
          </p:nvPr>
        </p:nvSpPr>
        <p:spPr>
          <a:xfrm>
            <a:off x="5198947" y="3485675"/>
            <a:ext cx="2627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models for job matching based on TF-IDF Vectorization and Cosine Similarity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2" name="Google Shape;742;p46"/>
          <p:cNvSpPr txBox="1">
            <a:spLocks noGrp="1"/>
          </p:cNvSpPr>
          <p:nvPr>
            <p:ph type="subTitle" idx="5"/>
          </p:nvPr>
        </p:nvSpPr>
        <p:spPr>
          <a:xfrm>
            <a:off x="1329426" y="1375575"/>
            <a:ext cx="2627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MVT</a:t>
            </a:r>
            <a:endParaRPr dirty="0"/>
          </a:p>
        </p:txBody>
      </p:sp>
      <p:sp>
        <p:nvSpPr>
          <p:cNvPr id="743" name="Google Shape;743;p46"/>
          <p:cNvSpPr txBox="1">
            <a:spLocks noGrp="1"/>
          </p:cNvSpPr>
          <p:nvPr>
            <p:ph type="subTitle" idx="6"/>
          </p:nvPr>
        </p:nvSpPr>
        <p:spPr>
          <a:xfrm>
            <a:off x="1317378" y="2904237"/>
            <a:ext cx="2627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User profiles and job listings </a:t>
            </a:r>
            <a:endParaRPr sz="1600" dirty="0"/>
          </a:p>
        </p:txBody>
      </p:sp>
      <p:sp>
        <p:nvSpPr>
          <p:cNvPr id="744" name="Google Shape;744;p46"/>
          <p:cNvSpPr txBox="1">
            <a:spLocks noGrp="1"/>
          </p:cNvSpPr>
          <p:nvPr>
            <p:ph type="subTitle" idx="7"/>
          </p:nvPr>
        </p:nvSpPr>
        <p:spPr>
          <a:xfrm>
            <a:off x="5198923" y="1375575"/>
            <a:ext cx="2627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 </a:t>
            </a:r>
            <a:endParaRPr dirty="0"/>
          </a:p>
        </p:txBody>
      </p:sp>
      <p:sp>
        <p:nvSpPr>
          <p:cNvPr id="745" name="Google Shape;745;p46"/>
          <p:cNvSpPr txBox="1">
            <a:spLocks noGrp="1"/>
          </p:cNvSpPr>
          <p:nvPr>
            <p:ph type="subTitle" idx="8"/>
          </p:nvPr>
        </p:nvSpPr>
        <p:spPr>
          <a:xfrm>
            <a:off x="5198923" y="3036100"/>
            <a:ext cx="2627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Machine Learning Models</a:t>
            </a:r>
            <a:endParaRPr sz="1600" dirty="0"/>
          </a:p>
        </p:txBody>
      </p:sp>
      <p:sp>
        <p:nvSpPr>
          <p:cNvPr id="746" name="Google Shape;74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 Overview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1"/>
          <p:cNvSpPr txBox="1">
            <a:spLocks noGrp="1"/>
          </p:cNvSpPr>
          <p:nvPr>
            <p:ph type="title"/>
          </p:nvPr>
        </p:nvSpPr>
        <p:spPr>
          <a:xfrm>
            <a:off x="1024800" y="1368717"/>
            <a:ext cx="2952289" cy="5922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Architecture</a:t>
            </a:r>
            <a:endParaRPr dirty="0"/>
          </a:p>
        </p:txBody>
      </p:sp>
      <p:sp>
        <p:nvSpPr>
          <p:cNvPr id="813" name="Google Shape;813;p51"/>
          <p:cNvSpPr txBox="1">
            <a:spLocks noGrp="1"/>
          </p:cNvSpPr>
          <p:nvPr>
            <p:ph type="subTitle" idx="1"/>
          </p:nvPr>
        </p:nvSpPr>
        <p:spPr>
          <a:xfrm>
            <a:off x="506777" y="1961002"/>
            <a:ext cx="4037624" cy="1816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Two-Factor Authentication (2FA) for user account security.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AES-256 Encryption for secure data storage and transmission.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Role-Based Access Control (RBAC) ensuring appropriate data access for each user role.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communication secured using HTTPS with SSL/TLS encryption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E27ADFD-580F-46F0-3CB6-C77C9B8A8B1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0500" b="10500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5"/>
          <p:cNvSpPr txBox="1">
            <a:spLocks noGrp="1"/>
          </p:cNvSpPr>
          <p:nvPr>
            <p:ph type="title"/>
          </p:nvPr>
        </p:nvSpPr>
        <p:spPr>
          <a:xfrm>
            <a:off x="1058498" y="1007882"/>
            <a:ext cx="3551057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Implementation Overview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1" name="Google Shape;881;p55"/>
          <p:cNvSpPr txBox="1">
            <a:spLocks noGrp="1"/>
          </p:cNvSpPr>
          <p:nvPr>
            <p:ph type="subTitle" idx="1"/>
          </p:nvPr>
        </p:nvSpPr>
        <p:spPr>
          <a:xfrm>
            <a:off x="584844" y="2071082"/>
            <a:ext cx="4593083" cy="1502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Backend: Django framework, PostgreSQL database.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Job Matching Algorithm: TF-IDF vectorization, Cosine Similarity, and ranking.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Skill Assessments: Integrated coding challenges and behavioral tests for various roles.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Features: 2FA, AES-256 Encryption, JWT Tokens.</a:t>
            </a:r>
          </a:p>
        </p:txBody>
      </p:sp>
      <p:grpSp>
        <p:nvGrpSpPr>
          <p:cNvPr id="882" name="Google Shape;882;p55"/>
          <p:cNvGrpSpPr/>
          <p:nvPr/>
        </p:nvGrpSpPr>
        <p:grpSpPr>
          <a:xfrm>
            <a:off x="5424730" y="1176827"/>
            <a:ext cx="3463352" cy="2789845"/>
            <a:chOff x="958753" y="1251145"/>
            <a:chExt cx="3355961" cy="2703339"/>
          </a:xfrm>
        </p:grpSpPr>
        <p:sp>
          <p:nvSpPr>
            <p:cNvPr id="883" name="Google Shape;883;p55"/>
            <p:cNvSpPr/>
            <p:nvPr/>
          </p:nvSpPr>
          <p:spPr>
            <a:xfrm>
              <a:off x="2041085" y="3547458"/>
              <a:ext cx="1215420" cy="407026"/>
            </a:xfrm>
            <a:custGeom>
              <a:avLst/>
              <a:gdLst/>
              <a:ahLst/>
              <a:cxnLst/>
              <a:rect l="l" t="t" r="r" b="b"/>
              <a:pathLst>
                <a:path w="30592" h="9417" extrusionOk="0">
                  <a:moveTo>
                    <a:pt x="25842" y="5922"/>
                  </a:moveTo>
                  <a:cubicBezTo>
                    <a:pt x="24000" y="4039"/>
                    <a:pt x="23917" y="1"/>
                    <a:pt x="23917" y="1"/>
                  </a:cubicBezTo>
                  <a:lnTo>
                    <a:pt x="15610" y="1"/>
                  </a:lnTo>
                  <a:lnTo>
                    <a:pt x="14982" y="1"/>
                  </a:lnTo>
                  <a:lnTo>
                    <a:pt x="6676" y="1"/>
                  </a:lnTo>
                  <a:cubicBezTo>
                    <a:pt x="6676" y="1"/>
                    <a:pt x="6592" y="4039"/>
                    <a:pt x="4751" y="5922"/>
                  </a:cubicBezTo>
                  <a:cubicBezTo>
                    <a:pt x="2909" y="7805"/>
                    <a:pt x="1" y="9417"/>
                    <a:pt x="5023" y="9417"/>
                  </a:cubicBezTo>
                  <a:lnTo>
                    <a:pt x="14982" y="9417"/>
                  </a:lnTo>
                  <a:lnTo>
                    <a:pt x="15610" y="9417"/>
                  </a:lnTo>
                  <a:lnTo>
                    <a:pt x="25570" y="9417"/>
                  </a:lnTo>
                  <a:cubicBezTo>
                    <a:pt x="30591" y="9417"/>
                    <a:pt x="27704" y="7805"/>
                    <a:pt x="25842" y="5922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55"/>
            <p:cNvSpPr/>
            <p:nvPr/>
          </p:nvSpPr>
          <p:spPr>
            <a:xfrm>
              <a:off x="958753" y="3206201"/>
              <a:ext cx="3355953" cy="374147"/>
            </a:xfrm>
            <a:custGeom>
              <a:avLst/>
              <a:gdLst/>
              <a:ahLst/>
              <a:cxnLst/>
              <a:rect l="l" t="t" r="r" b="b"/>
              <a:pathLst>
                <a:path w="84469" h="7324" extrusionOk="0">
                  <a:moveTo>
                    <a:pt x="0" y="4855"/>
                  </a:moveTo>
                  <a:cubicBezTo>
                    <a:pt x="0" y="6236"/>
                    <a:pt x="1298" y="7324"/>
                    <a:pt x="2679" y="7324"/>
                  </a:cubicBezTo>
                  <a:lnTo>
                    <a:pt x="41659" y="7324"/>
                  </a:lnTo>
                  <a:lnTo>
                    <a:pt x="42998" y="7324"/>
                  </a:lnTo>
                  <a:lnTo>
                    <a:pt x="81979" y="7324"/>
                  </a:lnTo>
                  <a:cubicBezTo>
                    <a:pt x="83360" y="7324"/>
                    <a:pt x="84469" y="6236"/>
                    <a:pt x="84469" y="4855"/>
                  </a:cubicBezTo>
                  <a:lnTo>
                    <a:pt x="84469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55"/>
            <p:cNvSpPr/>
            <p:nvPr/>
          </p:nvSpPr>
          <p:spPr>
            <a:xfrm>
              <a:off x="958761" y="1251145"/>
              <a:ext cx="3355953" cy="2005968"/>
            </a:xfrm>
            <a:custGeom>
              <a:avLst/>
              <a:gdLst/>
              <a:ahLst/>
              <a:cxnLst/>
              <a:rect l="l" t="t" r="r" b="b"/>
              <a:pathLst>
                <a:path w="84469" h="50490" extrusionOk="0">
                  <a:moveTo>
                    <a:pt x="80807" y="3140"/>
                  </a:moveTo>
                  <a:lnTo>
                    <a:pt x="80807" y="46828"/>
                  </a:lnTo>
                  <a:lnTo>
                    <a:pt x="3662" y="46828"/>
                  </a:lnTo>
                  <a:lnTo>
                    <a:pt x="3662" y="3140"/>
                  </a:lnTo>
                  <a:close/>
                  <a:moveTo>
                    <a:pt x="2679" y="1"/>
                  </a:moveTo>
                  <a:cubicBezTo>
                    <a:pt x="1298" y="1"/>
                    <a:pt x="0" y="984"/>
                    <a:pt x="0" y="2386"/>
                  </a:cubicBezTo>
                  <a:lnTo>
                    <a:pt x="0" y="50490"/>
                  </a:lnTo>
                  <a:lnTo>
                    <a:pt x="84469" y="50490"/>
                  </a:lnTo>
                  <a:lnTo>
                    <a:pt x="84469" y="2386"/>
                  </a:lnTo>
                  <a:cubicBezTo>
                    <a:pt x="84469" y="984"/>
                    <a:pt x="83360" y="1"/>
                    <a:pt x="8197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988460F-15E0-1121-BB44-A276D6AB09AE}"/>
              </a:ext>
            </a:extLst>
          </p:cNvPr>
          <p:cNvSpPr/>
          <p:nvPr/>
        </p:nvSpPr>
        <p:spPr>
          <a:xfrm>
            <a:off x="5915106" y="1571752"/>
            <a:ext cx="2644049" cy="12506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MATCH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56"/>
          <p:cNvGrpSpPr/>
          <p:nvPr/>
        </p:nvGrpSpPr>
        <p:grpSpPr>
          <a:xfrm rot="-5400000">
            <a:off x="1276653" y="769239"/>
            <a:ext cx="2754502" cy="3787479"/>
            <a:chOff x="-734425" y="725975"/>
            <a:chExt cx="2684700" cy="3691500"/>
          </a:xfrm>
        </p:grpSpPr>
        <p:sp>
          <p:nvSpPr>
            <p:cNvPr id="892" name="Google Shape;892;p56"/>
            <p:cNvSpPr/>
            <p:nvPr/>
          </p:nvSpPr>
          <p:spPr>
            <a:xfrm>
              <a:off x="515525" y="4296596"/>
              <a:ext cx="184800" cy="46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6"/>
            <p:cNvSpPr/>
            <p:nvPr/>
          </p:nvSpPr>
          <p:spPr>
            <a:xfrm>
              <a:off x="577175" y="781984"/>
              <a:ext cx="61500" cy="615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56"/>
            <p:cNvSpPr/>
            <p:nvPr/>
          </p:nvSpPr>
          <p:spPr>
            <a:xfrm>
              <a:off x="-537625" y="945150"/>
              <a:ext cx="2291100" cy="3270000"/>
            </a:xfrm>
            <a:prstGeom prst="rect">
              <a:avLst/>
            </a:prstGeom>
            <a:solidFill>
              <a:srgbClr val="FEC13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6"/>
            <p:cNvSpPr/>
            <p:nvPr/>
          </p:nvSpPr>
          <p:spPr>
            <a:xfrm>
              <a:off x="-734425" y="725975"/>
              <a:ext cx="2684700" cy="3691500"/>
            </a:xfrm>
            <a:prstGeom prst="roundRect">
              <a:avLst>
                <a:gd name="adj" fmla="val 4846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6" name="Google Shape;896;p56"/>
          <p:cNvSpPr txBox="1">
            <a:spLocks noGrp="1"/>
          </p:cNvSpPr>
          <p:nvPr>
            <p:ph type="title"/>
          </p:nvPr>
        </p:nvSpPr>
        <p:spPr>
          <a:xfrm>
            <a:off x="5675826" y="779595"/>
            <a:ext cx="3039586" cy="3937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Job Matching Algorithm</a:t>
            </a:r>
            <a:endParaRPr dirty="0"/>
          </a:p>
        </p:txBody>
      </p:sp>
      <p:sp>
        <p:nvSpPr>
          <p:cNvPr id="897" name="Google Shape;897;p56"/>
          <p:cNvSpPr txBox="1">
            <a:spLocks noGrp="1"/>
          </p:cNvSpPr>
          <p:nvPr>
            <p:ph type="subTitle" idx="1"/>
          </p:nvPr>
        </p:nvSpPr>
        <p:spPr>
          <a:xfrm>
            <a:off x="5292001" y="1487644"/>
            <a:ext cx="3554543" cy="1573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TF-IDF Vectorization converts job descriptions and user profiles into numerical vectors.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Cosine Similarity measures the match between job descriptions and user profiles.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Ranking and filtering ensure only relevant job listings are shown based on user preferences.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EEA18-D74F-C6E6-FCE8-533565165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64" y="669175"/>
            <a:ext cx="4975172" cy="3798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D9A655-2FBC-E30E-F049-3935E038C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528" y="1397415"/>
            <a:ext cx="4461830" cy="2920462"/>
          </a:xfrm>
          <a:prstGeom prst="rect">
            <a:avLst/>
          </a:prstGeom>
        </p:spPr>
      </p:pic>
      <p:sp>
        <p:nvSpPr>
          <p:cNvPr id="904" name="Google Shape;904;p57"/>
          <p:cNvSpPr txBox="1">
            <a:spLocks noGrp="1"/>
          </p:cNvSpPr>
          <p:nvPr>
            <p:ph type="title"/>
          </p:nvPr>
        </p:nvSpPr>
        <p:spPr>
          <a:xfrm>
            <a:off x="1124525" y="917180"/>
            <a:ext cx="26028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Skill Assessment Module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05" name="Google Shape;905;p57"/>
          <p:cNvSpPr txBox="1">
            <a:spLocks noGrp="1"/>
          </p:cNvSpPr>
          <p:nvPr>
            <p:ph type="subTitle" idx="1"/>
          </p:nvPr>
        </p:nvSpPr>
        <p:spPr>
          <a:xfrm>
            <a:off x="418642" y="2282558"/>
            <a:ext cx="3657599" cy="1384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Roles: Coding challenges automatically graded with instant feedback.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Non-Technical Roles: Behavioral assessments with Likert scale scoring.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Feedback: Candidates receive immediate feedback, which can be shared with employers.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8750CF-B65F-89CE-D126-29B3B49DF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5" y="1322327"/>
            <a:ext cx="5166911" cy="3278214"/>
          </a:xfrm>
          <a:prstGeom prst="rect">
            <a:avLst/>
          </a:prstGeom>
        </p:spPr>
      </p:pic>
      <p:sp>
        <p:nvSpPr>
          <p:cNvPr id="911" name="Google Shape;911;p5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Features</a:t>
            </a:r>
            <a:endParaRPr dirty="0"/>
          </a:p>
        </p:txBody>
      </p:sp>
      <p:grpSp>
        <p:nvGrpSpPr>
          <p:cNvPr id="921" name="Google Shape;921;p58"/>
          <p:cNvGrpSpPr/>
          <p:nvPr/>
        </p:nvGrpSpPr>
        <p:grpSpPr>
          <a:xfrm flipH="1">
            <a:off x="7935036" y="-384178"/>
            <a:ext cx="1745978" cy="1725741"/>
            <a:chOff x="-178495" y="1708878"/>
            <a:chExt cx="1745978" cy="1725741"/>
          </a:xfrm>
        </p:grpSpPr>
        <p:sp>
          <p:nvSpPr>
            <p:cNvPr id="922" name="Google Shape;922;p58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58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8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77F225-92CD-BE09-0555-107628D54B5C}"/>
              </a:ext>
            </a:extLst>
          </p:cNvPr>
          <p:cNvSpPr txBox="1"/>
          <p:nvPr/>
        </p:nvSpPr>
        <p:spPr>
          <a:xfrm>
            <a:off x="5365214" y="1749927"/>
            <a:ext cx="3481331" cy="2362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Authentication via Django’s system with extended 2FA.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AES-256 encryption for sensitive data protection.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JWT tokens for secure API authentication.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Regular security audits and penetration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Testing and Validation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50D66-E91B-1A8D-A4E7-A64712B48059}"/>
              </a:ext>
            </a:extLst>
          </p:cNvPr>
          <p:cNvSpPr txBox="1"/>
          <p:nvPr/>
        </p:nvSpPr>
        <p:spPr>
          <a:xfrm>
            <a:off x="358048" y="1570399"/>
            <a:ext cx="3616286" cy="2863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Unit Testing: Ensures core features like job matching and user authentication work as expected.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Testing: Ensures smooth interaction between platform components.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Testing: Load testing showed that the system can handle high traffic.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Testing: Focuses on ensuring platform protection against vulnerabilities.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9B76F8-CBD1-170D-92CE-F339C06BF0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334" y="1487276"/>
            <a:ext cx="4935557" cy="27762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Discussion - Achievements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9" name="Google Shape;1089;p65"/>
          <p:cNvSpPr txBox="1"/>
          <p:nvPr/>
        </p:nvSpPr>
        <p:spPr>
          <a:xfrm>
            <a:off x="720000" y="1293591"/>
            <a:ext cx="3699850" cy="14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Accurate job matching using machine learning algorithms.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skill assessment to verify candidate qualifications.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Strong security measures with AES-256 encryption and 2FA.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 and flexibility through cloud-based infrastructure.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6A1119-85C6-4E5C-88C3-1215E9080E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500" y="1167787"/>
            <a:ext cx="4661358" cy="28643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Strengths of the Platform</a:t>
            </a:r>
            <a:endParaRPr dirty="0"/>
          </a:p>
        </p:txBody>
      </p:sp>
      <p:sp>
        <p:nvSpPr>
          <p:cNvPr id="1114" name="Google Shape;1114;p67"/>
          <p:cNvSpPr txBox="1"/>
          <p:nvPr/>
        </p:nvSpPr>
        <p:spPr>
          <a:xfrm>
            <a:off x="2467778" y="1339627"/>
            <a:ext cx="2835572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Accurate Job Matching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Machine learning-based algorithm for better job recommendations.</a:t>
            </a:r>
          </a:p>
        </p:txBody>
      </p:sp>
      <p:sp>
        <p:nvSpPr>
          <p:cNvPr id="1116" name="Google Shape;1116;p67"/>
          <p:cNvSpPr txBox="1"/>
          <p:nvPr/>
        </p:nvSpPr>
        <p:spPr>
          <a:xfrm>
            <a:off x="2467778" y="2445448"/>
            <a:ext cx="2835572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Skill Assessment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Verifies candidate skills through coding and behavioral assessments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Noto Sans Medium"/>
              <a:cs typeface="Times New Roman" panose="02020603050405020304" pitchFamily="18" charset="0"/>
              <a:sym typeface="Noto Sans Medium"/>
            </a:endParaRPr>
          </a:p>
        </p:txBody>
      </p:sp>
      <p:sp>
        <p:nvSpPr>
          <p:cNvPr id="1118" name="Google Shape;1118;p67"/>
          <p:cNvSpPr txBox="1"/>
          <p:nvPr/>
        </p:nvSpPr>
        <p:spPr>
          <a:xfrm>
            <a:off x="2137272" y="3360145"/>
            <a:ext cx="3166078" cy="100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Robust Security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Uses AES-256 encryption and 2FA for data protection.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Cloud-based infrastructure ensures future growth.</a:t>
            </a:r>
          </a:p>
        </p:txBody>
      </p:sp>
      <p:cxnSp>
        <p:nvCxnSpPr>
          <p:cNvPr id="1119" name="Google Shape;1119;p67"/>
          <p:cNvCxnSpPr>
            <a:endCxn id="1120" idx="1"/>
          </p:cNvCxnSpPr>
          <p:nvPr/>
        </p:nvCxnSpPr>
        <p:spPr>
          <a:xfrm>
            <a:off x="6127360" y="1736433"/>
            <a:ext cx="1932600" cy="803400"/>
          </a:xfrm>
          <a:prstGeom prst="bentConnector2">
            <a:avLst/>
          </a:prstGeom>
          <a:noFill/>
          <a:ln w="9525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1" name="Google Shape;1121;p67"/>
          <p:cNvCxnSpPr>
            <a:endCxn id="1120" idx="2"/>
          </p:cNvCxnSpPr>
          <p:nvPr/>
        </p:nvCxnSpPr>
        <p:spPr>
          <a:xfrm rot="10800000" flipH="1">
            <a:off x="6127510" y="3148083"/>
            <a:ext cx="1932600" cy="815700"/>
          </a:xfrm>
          <a:prstGeom prst="bentConnector3">
            <a:avLst>
              <a:gd name="adj1" fmla="val 100446"/>
            </a:avLst>
          </a:prstGeom>
          <a:noFill/>
          <a:ln w="9525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2" name="Google Shape;1122;p67"/>
          <p:cNvCxnSpPr/>
          <p:nvPr/>
        </p:nvCxnSpPr>
        <p:spPr>
          <a:xfrm>
            <a:off x="6197900" y="2845202"/>
            <a:ext cx="988500" cy="0"/>
          </a:xfrm>
          <a:prstGeom prst="straightConnector1">
            <a:avLst/>
          </a:prstGeom>
          <a:noFill/>
          <a:ln w="9525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3" name="Google Shape;1123;p67"/>
          <p:cNvSpPr/>
          <p:nvPr/>
        </p:nvSpPr>
        <p:spPr>
          <a:xfrm rot="-2701227" flipH="1">
            <a:off x="5476405" y="1447912"/>
            <a:ext cx="594182" cy="59418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67"/>
          <p:cNvSpPr/>
          <p:nvPr/>
        </p:nvSpPr>
        <p:spPr>
          <a:xfrm rot="-2701227" flipH="1">
            <a:off x="5446064" y="2524328"/>
            <a:ext cx="594182" cy="59418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5" name="Google Shape;1125;p67"/>
          <p:cNvSpPr/>
          <p:nvPr/>
        </p:nvSpPr>
        <p:spPr>
          <a:xfrm rot="-2701227" flipH="1">
            <a:off x="5476405" y="3658250"/>
            <a:ext cx="594182" cy="59418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6" name="Google Shape;1126;p67"/>
          <p:cNvGrpSpPr/>
          <p:nvPr/>
        </p:nvGrpSpPr>
        <p:grpSpPr>
          <a:xfrm>
            <a:off x="5589866" y="3828882"/>
            <a:ext cx="367255" cy="269855"/>
            <a:chOff x="1306445" y="3397829"/>
            <a:chExt cx="367255" cy="269855"/>
          </a:xfrm>
        </p:grpSpPr>
        <p:sp>
          <p:nvSpPr>
            <p:cNvPr id="1127" name="Google Shape;1127;p67"/>
            <p:cNvSpPr/>
            <p:nvPr/>
          </p:nvSpPr>
          <p:spPr>
            <a:xfrm>
              <a:off x="1588395" y="3513054"/>
              <a:ext cx="45517" cy="16297"/>
            </a:xfrm>
            <a:custGeom>
              <a:avLst/>
              <a:gdLst/>
              <a:ahLst/>
              <a:cxnLst/>
              <a:rect l="l" t="t" r="r" b="b"/>
              <a:pathLst>
                <a:path w="1430" h="512" extrusionOk="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cubicBezTo>
                    <a:pt x="358" y="333"/>
                    <a:pt x="906" y="357"/>
                    <a:pt x="1180" y="488"/>
                  </a:cubicBezTo>
                  <a:cubicBezTo>
                    <a:pt x="1204" y="512"/>
                    <a:pt x="1227" y="512"/>
                    <a:pt x="1251" y="512"/>
                  </a:cubicBezTo>
                  <a:cubicBezTo>
                    <a:pt x="1311" y="512"/>
                    <a:pt x="1370" y="476"/>
                    <a:pt x="1406" y="417"/>
                  </a:cubicBezTo>
                  <a:cubicBezTo>
                    <a:pt x="1430" y="333"/>
                    <a:pt x="1406" y="226"/>
                    <a:pt x="1323" y="191"/>
                  </a:cubicBezTo>
                  <a:cubicBezTo>
                    <a:pt x="942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67"/>
            <p:cNvSpPr/>
            <p:nvPr/>
          </p:nvSpPr>
          <p:spPr>
            <a:xfrm>
              <a:off x="1306445" y="3397829"/>
              <a:ext cx="367255" cy="269091"/>
            </a:xfrm>
            <a:custGeom>
              <a:avLst/>
              <a:gdLst/>
              <a:ahLst/>
              <a:cxnLst/>
              <a:rect l="l" t="t" r="r" b="b"/>
              <a:pathLst>
                <a:path w="11538" h="8454" extrusionOk="0">
                  <a:moveTo>
                    <a:pt x="7573" y="334"/>
                  </a:moveTo>
                  <a:lnTo>
                    <a:pt x="7573" y="1965"/>
                  </a:lnTo>
                  <a:cubicBezTo>
                    <a:pt x="7573" y="2227"/>
                    <a:pt x="7525" y="2465"/>
                    <a:pt x="7418" y="2679"/>
                  </a:cubicBezTo>
                  <a:cubicBezTo>
                    <a:pt x="7395" y="2715"/>
                    <a:pt x="7395" y="2727"/>
                    <a:pt x="7395" y="2763"/>
                  </a:cubicBezTo>
                  <a:lnTo>
                    <a:pt x="7395" y="3239"/>
                  </a:lnTo>
                  <a:cubicBezTo>
                    <a:pt x="7395" y="3691"/>
                    <a:pt x="7216" y="4108"/>
                    <a:pt x="6883" y="4442"/>
                  </a:cubicBezTo>
                  <a:cubicBezTo>
                    <a:pt x="6835" y="4489"/>
                    <a:pt x="6787" y="4513"/>
                    <a:pt x="6740" y="4549"/>
                  </a:cubicBezTo>
                  <a:cubicBezTo>
                    <a:pt x="6466" y="4759"/>
                    <a:pt x="6137" y="4876"/>
                    <a:pt x="5785" y="4876"/>
                  </a:cubicBezTo>
                  <a:cubicBezTo>
                    <a:pt x="5739" y="4876"/>
                    <a:pt x="5692" y="4874"/>
                    <a:pt x="5644" y="4870"/>
                  </a:cubicBezTo>
                  <a:cubicBezTo>
                    <a:pt x="4787" y="4823"/>
                    <a:pt x="4108" y="4072"/>
                    <a:pt x="4108" y="3180"/>
                  </a:cubicBezTo>
                  <a:lnTo>
                    <a:pt x="4108" y="2763"/>
                  </a:lnTo>
                  <a:cubicBezTo>
                    <a:pt x="4108" y="2727"/>
                    <a:pt x="4108" y="2715"/>
                    <a:pt x="4096" y="2679"/>
                  </a:cubicBezTo>
                  <a:cubicBezTo>
                    <a:pt x="3989" y="2465"/>
                    <a:pt x="3930" y="2227"/>
                    <a:pt x="3930" y="1965"/>
                  </a:cubicBezTo>
                  <a:lnTo>
                    <a:pt x="3930" y="1608"/>
                  </a:lnTo>
                  <a:cubicBezTo>
                    <a:pt x="3930" y="917"/>
                    <a:pt x="4513" y="334"/>
                    <a:pt x="5216" y="334"/>
                  </a:cubicBezTo>
                  <a:close/>
                  <a:moveTo>
                    <a:pt x="1763" y="3025"/>
                  </a:moveTo>
                  <a:cubicBezTo>
                    <a:pt x="2049" y="3025"/>
                    <a:pt x="2311" y="3144"/>
                    <a:pt x="2525" y="3358"/>
                  </a:cubicBezTo>
                  <a:cubicBezTo>
                    <a:pt x="2715" y="3561"/>
                    <a:pt x="2846" y="3846"/>
                    <a:pt x="2858" y="4144"/>
                  </a:cubicBezTo>
                  <a:cubicBezTo>
                    <a:pt x="2858" y="4227"/>
                    <a:pt x="2882" y="4346"/>
                    <a:pt x="2882" y="4465"/>
                  </a:cubicBezTo>
                  <a:lnTo>
                    <a:pt x="2882" y="4501"/>
                  </a:lnTo>
                  <a:cubicBezTo>
                    <a:pt x="2703" y="4215"/>
                    <a:pt x="2406" y="4013"/>
                    <a:pt x="2049" y="3894"/>
                  </a:cubicBezTo>
                  <a:cubicBezTo>
                    <a:pt x="1703" y="3787"/>
                    <a:pt x="1406" y="3787"/>
                    <a:pt x="1406" y="3787"/>
                  </a:cubicBezTo>
                  <a:cubicBezTo>
                    <a:pt x="1358" y="3787"/>
                    <a:pt x="1310" y="3799"/>
                    <a:pt x="1287" y="3834"/>
                  </a:cubicBezTo>
                  <a:lnTo>
                    <a:pt x="977" y="4144"/>
                  </a:lnTo>
                  <a:cubicBezTo>
                    <a:pt x="918" y="4215"/>
                    <a:pt x="918" y="4323"/>
                    <a:pt x="977" y="4382"/>
                  </a:cubicBezTo>
                  <a:cubicBezTo>
                    <a:pt x="1013" y="4412"/>
                    <a:pt x="1057" y="4427"/>
                    <a:pt x="1101" y="4427"/>
                  </a:cubicBezTo>
                  <a:cubicBezTo>
                    <a:pt x="1144" y="4427"/>
                    <a:pt x="1185" y="4412"/>
                    <a:pt x="1215" y="4382"/>
                  </a:cubicBezTo>
                  <a:lnTo>
                    <a:pt x="1465" y="4108"/>
                  </a:lnTo>
                  <a:cubicBezTo>
                    <a:pt x="1691" y="4132"/>
                    <a:pt x="2382" y="4203"/>
                    <a:pt x="2668" y="4811"/>
                  </a:cubicBezTo>
                  <a:cubicBezTo>
                    <a:pt x="2596" y="5275"/>
                    <a:pt x="2215" y="5596"/>
                    <a:pt x="1763" y="5596"/>
                  </a:cubicBezTo>
                  <a:cubicBezTo>
                    <a:pt x="1251" y="5596"/>
                    <a:pt x="834" y="5180"/>
                    <a:pt x="834" y="4680"/>
                  </a:cubicBezTo>
                  <a:cubicBezTo>
                    <a:pt x="834" y="4584"/>
                    <a:pt x="763" y="4513"/>
                    <a:pt x="679" y="4513"/>
                  </a:cubicBezTo>
                  <a:lnTo>
                    <a:pt x="644" y="4513"/>
                  </a:lnTo>
                  <a:lnTo>
                    <a:pt x="644" y="4465"/>
                  </a:lnTo>
                  <a:cubicBezTo>
                    <a:pt x="644" y="4346"/>
                    <a:pt x="644" y="4251"/>
                    <a:pt x="656" y="4144"/>
                  </a:cubicBezTo>
                  <a:cubicBezTo>
                    <a:pt x="679" y="3846"/>
                    <a:pt x="810" y="3561"/>
                    <a:pt x="1001" y="3358"/>
                  </a:cubicBezTo>
                  <a:cubicBezTo>
                    <a:pt x="1215" y="3144"/>
                    <a:pt x="1477" y="3025"/>
                    <a:pt x="1763" y="3025"/>
                  </a:cubicBezTo>
                  <a:close/>
                  <a:moveTo>
                    <a:pt x="10657" y="3025"/>
                  </a:moveTo>
                  <a:lnTo>
                    <a:pt x="10657" y="3727"/>
                  </a:lnTo>
                  <a:cubicBezTo>
                    <a:pt x="10657" y="3846"/>
                    <a:pt x="10633" y="3953"/>
                    <a:pt x="10585" y="4049"/>
                  </a:cubicBezTo>
                  <a:lnTo>
                    <a:pt x="10502" y="4251"/>
                  </a:lnTo>
                  <a:cubicBezTo>
                    <a:pt x="10478" y="4275"/>
                    <a:pt x="10478" y="4287"/>
                    <a:pt x="10478" y="4323"/>
                  </a:cubicBezTo>
                  <a:lnTo>
                    <a:pt x="10478" y="4680"/>
                  </a:lnTo>
                  <a:cubicBezTo>
                    <a:pt x="10478" y="4930"/>
                    <a:pt x="10383" y="5168"/>
                    <a:pt x="10204" y="5346"/>
                  </a:cubicBezTo>
                  <a:cubicBezTo>
                    <a:pt x="10044" y="5507"/>
                    <a:pt x="9835" y="5600"/>
                    <a:pt x="9605" y="5600"/>
                  </a:cubicBezTo>
                  <a:cubicBezTo>
                    <a:pt x="9579" y="5600"/>
                    <a:pt x="9552" y="5599"/>
                    <a:pt x="9526" y="5596"/>
                  </a:cubicBezTo>
                  <a:cubicBezTo>
                    <a:pt x="9038" y="5585"/>
                    <a:pt x="8633" y="5156"/>
                    <a:pt x="8633" y="4632"/>
                  </a:cubicBezTo>
                  <a:lnTo>
                    <a:pt x="8633" y="4323"/>
                  </a:lnTo>
                  <a:cubicBezTo>
                    <a:pt x="8633" y="4287"/>
                    <a:pt x="8633" y="4263"/>
                    <a:pt x="8621" y="4251"/>
                  </a:cubicBezTo>
                  <a:lnTo>
                    <a:pt x="8514" y="4037"/>
                  </a:lnTo>
                  <a:cubicBezTo>
                    <a:pt x="8466" y="3965"/>
                    <a:pt x="8454" y="3870"/>
                    <a:pt x="8454" y="3787"/>
                  </a:cubicBezTo>
                  <a:lnTo>
                    <a:pt x="8454" y="3775"/>
                  </a:lnTo>
                  <a:cubicBezTo>
                    <a:pt x="8454" y="3370"/>
                    <a:pt x="8788" y="3025"/>
                    <a:pt x="9204" y="3025"/>
                  </a:cubicBezTo>
                  <a:close/>
                  <a:moveTo>
                    <a:pt x="584" y="5180"/>
                  </a:moveTo>
                  <a:cubicBezTo>
                    <a:pt x="679" y="5406"/>
                    <a:pt x="834" y="5596"/>
                    <a:pt x="1037" y="5739"/>
                  </a:cubicBezTo>
                  <a:lnTo>
                    <a:pt x="1037" y="5925"/>
                  </a:lnTo>
                  <a:lnTo>
                    <a:pt x="1037" y="5925"/>
                  </a:lnTo>
                  <a:cubicBezTo>
                    <a:pt x="723" y="5807"/>
                    <a:pt x="571" y="5655"/>
                    <a:pt x="501" y="5585"/>
                  </a:cubicBezTo>
                  <a:cubicBezTo>
                    <a:pt x="537" y="5466"/>
                    <a:pt x="572" y="5335"/>
                    <a:pt x="584" y="5180"/>
                  </a:cubicBezTo>
                  <a:close/>
                  <a:moveTo>
                    <a:pt x="2918" y="5168"/>
                  </a:moveTo>
                  <a:cubicBezTo>
                    <a:pt x="2942" y="5323"/>
                    <a:pt x="2965" y="5454"/>
                    <a:pt x="3013" y="5573"/>
                  </a:cubicBezTo>
                  <a:cubicBezTo>
                    <a:pt x="2953" y="5656"/>
                    <a:pt x="2787" y="5811"/>
                    <a:pt x="2477" y="5930"/>
                  </a:cubicBezTo>
                  <a:lnTo>
                    <a:pt x="2477" y="5716"/>
                  </a:lnTo>
                  <a:cubicBezTo>
                    <a:pt x="2668" y="5585"/>
                    <a:pt x="2834" y="5394"/>
                    <a:pt x="2918" y="5168"/>
                  </a:cubicBezTo>
                  <a:close/>
                  <a:moveTo>
                    <a:pt x="6668" y="4989"/>
                  </a:moveTo>
                  <a:lnTo>
                    <a:pt x="6668" y="5299"/>
                  </a:lnTo>
                  <a:lnTo>
                    <a:pt x="5751" y="5930"/>
                  </a:lnTo>
                  <a:lnTo>
                    <a:pt x="4823" y="5299"/>
                  </a:lnTo>
                  <a:lnTo>
                    <a:pt x="4823" y="4989"/>
                  </a:lnTo>
                  <a:cubicBezTo>
                    <a:pt x="5061" y="5120"/>
                    <a:pt x="5335" y="5204"/>
                    <a:pt x="5620" y="5215"/>
                  </a:cubicBezTo>
                  <a:lnTo>
                    <a:pt x="5751" y="5215"/>
                  </a:lnTo>
                  <a:cubicBezTo>
                    <a:pt x="6073" y="5215"/>
                    <a:pt x="6394" y="5144"/>
                    <a:pt x="6668" y="4989"/>
                  </a:cubicBezTo>
                  <a:close/>
                  <a:moveTo>
                    <a:pt x="9942" y="5882"/>
                  </a:moveTo>
                  <a:lnTo>
                    <a:pt x="9942" y="5954"/>
                  </a:lnTo>
                  <a:cubicBezTo>
                    <a:pt x="9942" y="5989"/>
                    <a:pt x="9942" y="6025"/>
                    <a:pt x="9966" y="6061"/>
                  </a:cubicBezTo>
                  <a:lnTo>
                    <a:pt x="9561" y="6454"/>
                  </a:lnTo>
                  <a:lnTo>
                    <a:pt x="9169" y="6061"/>
                  </a:lnTo>
                  <a:cubicBezTo>
                    <a:pt x="9169" y="6025"/>
                    <a:pt x="9192" y="6001"/>
                    <a:pt x="9192" y="5954"/>
                  </a:cubicBezTo>
                  <a:lnTo>
                    <a:pt x="9192" y="5882"/>
                  </a:lnTo>
                  <a:cubicBezTo>
                    <a:pt x="9288" y="5918"/>
                    <a:pt x="9407" y="5942"/>
                    <a:pt x="9526" y="5942"/>
                  </a:cubicBezTo>
                  <a:lnTo>
                    <a:pt x="9573" y="5942"/>
                  </a:lnTo>
                  <a:cubicBezTo>
                    <a:pt x="9704" y="5942"/>
                    <a:pt x="9823" y="5930"/>
                    <a:pt x="9942" y="5882"/>
                  </a:cubicBezTo>
                  <a:close/>
                  <a:moveTo>
                    <a:pt x="2120" y="5882"/>
                  </a:moveTo>
                  <a:lnTo>
                    <a:pt x="2120" y="6061"/>
                  </a:lnTo>
                  <a:cubicBezTo>
                    <a:pt x="2120" y="6120"/>
                    <a:pt x="2132" y="6180"/>
                    <a:pt x="2168" y="6228"/>
                  </a:cubicBezTo>
                  <a:lnTo>
                    <a:pt x="2013" y="6394"/>
                  </a:lnTo>
                  <a:cubicBezTo>
                    <a:pt x="1941" y="6460"/>
                    <a:pt x="1849" y="6492"/>
                    <a:pt x="1755" y="6492"/>
                  </a:cubicBezTo>
                  <a:cubicBezTo>
                    <a:pt x="1662" y="6492"/>
                    <a:pt x="1566" y="6460"/>
                    <a:pt x="1489" y="6394"/>
                  </a:cubicBezTo>
                  <a:lnTo>
                    <a:pt x="1322" y="6239"/>
                  </a:lnTo>
                  <a:cubicBezTo>
                    <a:pt x="1358" y="6192"/>
                    <a:pt x="1370" y="6132"/>
                    <a:pt x="1370" y="6073"/>
                  </a:cubicBezTo>
                  <a:lnTo>
                    <a:pt x="1370" y="5882"/>
                  </a:lnTo>
                  <a:cubicBezTo>
                    <a:pt x="1489" y="5918"/>
                    <a:pt x="1608" y="5942"/>
                    <a:pt x="1751" y="5942"/>
                  </a:cubicBezTo>
                  <a:cubicBezTo>
                    <a:pt x="1882" y="5942"/>
                    <a:pt x="2001" y="5930"/>
                    <a:pt x="2120" y="5882"/>
                  </a:cubicBezTo>
                  <a:close/>
                  <a:moveTo>
                    <a:pt x="4692" y="5620"/>
                  </a:moveTo>
                  <a:lnTo>
                    <a:pt x="5490" y="6168"/>
                  </a:lnTo>
                  <a:lnTo>
                    <a:pt x="5061" y="6585"/>
                  </a:lnTo>
                  <a:lnTo>
                    <a:pt x="5049" y="6585"/>
                  </a:lnTo>
                  <a:lnTo>
                    <a:pt x="4525" y="5799"/>
                  </a:lnTo>
                  <a:lnTo>
                    <a:pt x="4692" y="5620"/>
                  </a:lnTo>
                  <a:close/>
                  <a:moveTo>
                    <a:pt x="6823" y="5596"/>
                  </a:moveTo>
                  <a:lnTo>
                    <a:pt x="6978" y="5775"/>
                  </a:lnTo>
                  <a:lnTo>
                    <a:pt x="6466" y="6585"/>
                  </a:lnTo>
                  <a:lnTo>
                    <a:pt x="6442" y="6585"/>
                  </a:lnTo>
                  <a:lnTo>
                    <a:pt x="6013" y="6156"/>
                  </a:lnTo>
                  <a:lnTo>
                    <a:pt x="6823" y="5596"/>
                  </a:lnTo>
                  <a:close/>
                  <a:moveTo>
                    <a:pt x="5251" y="1"/>
                  </a:moveTo>
                  <a:cubicBezTo>
                    <a:pt x="4358" y="1"/>
                    <a:pt x="3632" y="739"/>
                    <a:pt x="3632" y="1632"/>
                  </a:cubicBezTo>
                  <a:lnTo>
                    <a:pt x="3632" y="1989"/>
                  </a:lnTo>
                  <a:cubicBezTo>
                    <a:pt x="3632" y="2263"/>
                    <a:pt x="3692" y="2548"/>
                    <a:pt x="3811" y="2799"/>
                  </a:cubicBezTo>
                  <a:lnTo>
                    <a:pt x="3811" y="3191"/>
                  </a:lnTo>
                  <a:cubicBezTo>
                    <a:pt x="3811" y="3834"/>
                    <a:pt x="4096" y="4394"/>
                    <a:pt x="4537" y="4763"/>
                  </a:cubicBezTo>
                  <a:lnTo>
                    <a:pt x="4537" y="5335"/>
                  </a:lnTo>
                  <a:lnTo>
                    <a:pt x="4227" y="5656"/>
                  </a:lnTo>
                  <a:cubicBezTo>
                    <a:pt x="4204" y="5692"/>
                    <a:pt x="4180" y="5751"/>
                    <a:pt x="4180" y="5799"/>
                  </a:cubicBezTo>
                  <a:lnTo>
                    <a:pt x="3144" y="6168"/>
                  </a:lnTo>
                  <a:cubicBezTo>
                    <a:pt x="3073" y="6192"/>
                    <a:pt x="2989" y="6228"/>
                    <a:pt x="2930" y="6275"/>
                  </a:cubicBezTo>
                  <a:lnTo>
                    <a:pt x="2775" y="6180"/>
                  </a:lnTo>
                  <a:cubicBezTo>
                    <a:pt x="3263" y="5977"/>
                    <a:pt x="3406" y="5680"/>
                    <a:pt x="3430" y="5656"/>
                  </a:cubicBezTo>
                  <a:cubicBezTo>
                    <a:pt x="3454" y="5620"/>
                    <a:pt x="3454" y="5561"/>
                    <a:pt x="3430" y="5513"/>
                  </a:cubicBezTo>
                  <a:cubicBezTo>
                    <a:pt x="3311" y="5275"/>
                    <a:pt x="3287" y="4811"/>
                    <a:pt x="3275" y="4453"/>
                  </a:cubicBezTo>
                  <a:cubicBezTo>
                    <a:pt x="3275" y="4334"/>
                    <a:pt x="3263" y="4215"/>
                    <a:pt x="3263" y="4132"/>
                  </a:cubicBezTo>
                  <a:cubicBezTo>
                    <a:pt x="3204" y="3310"/>
                    <a:pt x="2596" y="2691"/>
                    <a:pt x="1822" y="2691"/>
                  </a:cubicBezTo>
                  <a:cubicBezTo>
                    <a:pt x="1060" y="2691"/>
                    <a:pt x="429" y="3310"/>
                    <a:pt x="370" y="4132"/>
                  </a:cubicBezTo>
                  <a:cubicBezTo>
                    <a:pt x="370" y="4227"/>
                    <a:pt x="358" y="4334"/>
                    <a:pt x="358" y="4453"/>
                  </a:cubicBezTo>
                  <a:cubicBezTo>
                    <a:pt x="346" y="4811"/>
                    <a:pt x="334" y="5263"/>
                    <a:pt x="215" y="5513"/>
                  </a:cubicBezTo>
                  <a:cubicBezTo>
                    <a:pt x="179" y="5561"/>
                    <a:pt x="179" y="5620"/>
                    <a:pt x="215" y="5656"/>
                  </a:cubicBezTo>
                  <a:cubicBezTo>
                    <a:pt x="215" y="5680"/>
                    <a:pt x="370" y="5977"/>
                    <a:pt x="870" y="6180"/>
                  </a:cubicBezTo>
                  <a:lnTo>
                    <a:pt x="406" y="6406"/>
                  </a:lnTo>
                  <a:cubicBezTo>
                    <a:pt x="167" y="6525"/>
                    <a:pt x="1" y="6775"/>
                    <a:pt x="1" y="7049"/>
                  </a:cubicBezTo>
                  <a:lnTo>
                    <a:pt x="1" y="8299"/>
                  </a:lnTo>
                  <a:cubicBezTo>
                    <a:pt x="1" y="8383"/>
                    <a:pt x="72" y="8454"/>
                    <a:pt x="167" y="8454"/>
                  </a:cubicBezTo>
                  <a:cubicBezTo>
                    <a:pt x="251" y="8454"/>
                    <a:pt x="334" y="8383"/>
                    <a:pt x="334" y="8299"/>
                  </a:cubicBezTo>
                  <a:lnTo>
                    <a:pt x="334" y="7049"/>
                  </a:lnTo>
                  <a:cubicBezTo>
                    <a:pt x="334" y="6894"/>
                    <a:pt x="406" y="6775"/>
                    <a:pt x="537" y="6704"/>
                  </a:cubicBezTo>
                  <a:lnTo>
                    <a:pt x="1108" y="6418"/>
                  </a:lnTo>
                  <a:lnTo>
                    <a:pt x="1299" y="6609"/>
                  </a:lnTo>
                  <a:cubicBezTo>
                    <a:pt x="1429" y="6751"/>
                    <a:pt x="1608" y="6811"/>
                    <a:pt x="1787" y="6811"/>
                  </a:cubicBezTo>
                  <a:cubicBezTo>
                    <a:pt x="1965" y="6811"/>
                    <a:pt x="2144" y="6751"/>
                    <a:pt x="2275" y="6609"/>
                  </a:cubicBezTo>
                  <a:lnTo>
                    <a:pt x="2477" y="6418"/>
                  </a:lnTo>
                  <a:lnTo>
                    <a:pt x="2656" y="6513"/>
                  </a:lnTo>
                  <a:cubicBezTo>
                    <a:pt x="2561" y="6644"/>
                    <a:pt x="2513" y="6811"/>
                    <a:pt x="2513" y="6990"/>
                  </a:cubicBezTo>
                  <a:lnTo>
                    <a:pt x="2513" y="8299"/>
                  </a:lnTo>
                  <a:cubicBezTo>
                    <a:pt x="2513" y="8383"/>
                    <a:pt x="2596" y="8454"/>
                    <a:pt x="2680" y="8454"/>
                  </a:cubicBezTo>
                  <a:cubicBezTo>
                    <a:pt x="2775" y="8454"/>
                    <a:pt x="2846" y="8383"/>
                    <a:pt x="2846" y="8299"/>
                  </a:cubicBezTo>
                  <a:lnTo>
                    <a:pt x="2846" y="6990"/>
                  </a:lnTo>
                  <a:cubicBezTo>
                    <a:pt x="2846" y="6751"/>
                    <a:pt x="2989" y="6537"/>
                    <a:pt x="3215" y="6466"/>
                  </a:cubicBezTo>
                  <a:lnTo>
                    <a:pt x="4323" y="6061"/>
                  </a:lnTo>
                  <a:lnTo>
                    <a:pt x="4775" y="6751"/>
                  </a:lnTo>
                  <a:cubicBezTo>
                    <a:pt x="4835" y="6835"/>
                    <a:pt x="4930" y="6894"/>
                    <a:pt x="5037" y="6894"/>
                  </a:cubicBezTo>
                  <a:lnTo>
                    <a:pt x="5061" y="6894"/>
                  </a:lnTo>
                  <a:cubicBezTo>
                    <a:pt x="5156" y="6894"/>
                    <a:pt x="5239" y="6870"/>
                    <a:pt x="5311" y="6787"/>
                  </a:cubicBezTo>
                  <a:lnTo>
                    <a:pt x="5597" y="6513"/>
                  </a:lnTo>
                  <a:lnTo>
                    <a:pt x="5597" y="8275"/>
                  </a:lnTo>
                  <a:cubicBezTo>
                    <a:pt x="5597" y="8371"/>
                    <a:pt x="5668" y="8442"/>
                    <a:pt x="5763" y="8442"/>
                  </a:cubicBezTo>
                  <a:cubicBezTo>
                    <a:pt x="5847" y="8442"/>
                    <a:pt x="5930" y="8371"/>
                    <a:pt x="5930" y="8275"/>
                  </a:cubicBezTo>
                  <a:lnTo>
                    <a:pt x="5930" y="6513"/>
                  </a:lnTo>
                  <a:lnTo>
                    <a:pt x="6204" y="6787"/>
                  </a:lnTo>
                  <a:cubicBezTo>
                    <a:pt x="6263" y="6847"/>
                    <a:pt x="6359" y="6894"/>
                    <a:pt x="6466" y="6894"/>
                  </a:cubicBezTo>
                  <a:lnTo>
                    <a:pt x="6490" y="6894"/>
                  </a:lnTo>
                  <a:cubicBezTo>
                    <a:pt x="6597" y="6882"/>
                    <a:pt x="6680" y="6835"/>
                    <a:pt x="6740" y="6751"/>
                  </a:cubicBezTo>
                  <a:lnTo>
                    <a:pt x="7204" y="6061"/>
                  </a:lnTo>
                  <a:lnTo>
                    <a:pt x="8311" y="6466"/>
                  </a:lnTo>
                  <a:cubicBezTo>
                    <a:pt x="8526" y="6537"/>
                    <a:pt x="8680" y="6751"/>
                    <a:pt x="8680" y="6990"/>
                  </a:cubicBezTo>
                  <a:lnTo>
                    <a:pt x="8680" y="8299"/>
                  </a:lnTo>
                  <a:cubicBezTo>
                    <a:pt x="8680" y="8383"/>
                    <a:pt x="8752" y="8454"/>
                    <a:pt x="8847" y="8454"/>
                  </a:cubicBezTo>
                  <a:cubicBezTo>
                    <a:pt x="8930" y="8454"/>
                    <a:pt x="9002" y="8383"/>
                    <a:pt x="9002" y="8299"/>
                  </a:cubicBezTo>
                  <a:lnTo>
                    <a:pt x="9002" y="6990"/>
                  </a:lnTo>
                  <a:cubicBezTo>
                    <a:pt x="9002" y="6751"/>
                    <a:pt x="8919" y="6525"/>
                    <a:pt x="8752" y="6358"/>
                  </a:cubicBezTo>
                  <a:lnTo>
                    <a:pt x="8799" y="6347"/>
                  </a:lnTo>
                  <a:cubicBezTo>
                    <a:pt x="8847" y="6335"/>
                    <a:pt x="8907" y="6311"/>
                    <a:pt x="8966" y="6287"/>
                  </a:cubicBezTo>
                  <a:lnTo>
                    <a:pt x="9395" y="6716"/>
                  </a:lnTo>
                  <a:lnTo>
                    <a:pt x="9395" y="8275"/>
                  </a:lnTo>
                  <a:cubicBezTo>
                    <a:pt x="9395" y="8371"/>
                    <a:pt x="9466" y="8442"/>
                    <a:pt x="9561" y="8442"/>
                  </a:cubicBezTo>
                  <a:cubicBezTo>
                    <a:pt x="9645" y="8442"/>
                    <a:pt x="9728" y="8371"/>
                    <a:pt x="9728" y="8275"/>
                  </a:cubicBezTo>
                  <a:lnTo>
                    <a:pt x="9728" y="6716"/>
                  </a:lnTo>
                  <a:lnTo>
                    <a:pt x="10157" y="6287"/>
                  </a:lnTo>
                  <a:cubicBezTo>
                    <a:pt x="10181" y="6299"/>
                    <a:pt x="10204" y="6299"/>
                    <a:pt x="10228" y="6311"/>
                  </a:cubicBezTo>
                  <a:lnTo>
                    <a:pt x="10931" y="6513"/>
                  </a:lnTo>
                  <a:cubicBezTo>
                    <a:pt x="11097" y="6549"/>
                    <a:pt x="11193" y="6704"/>
                    <a:pt x="11193" y="6870"/>
                  </a:cubicBezTo>
                  <a:lnTo>
                    <a:pt x="11193" y="8263"/>
                  </a:lnTo>
                  <a:cubicBezTo>
                    <a:pt x="11193" y="8359"/>
                    <a:pt x="11276" y="8430"/>
                    <a:pt x="11359" y="8430"/>
                  </a:cubicBezTo>
                  <a:cubicBezTo>
                    <a:pt x="11455" y="8430"/>
                    <a:pt x="11526" y="8359"/>
                    <a:pt x="11526" y="8263"/>
                  </a:cubicBezTo>
                  <a:lnTo>
                    <a:pt x="11526" y="6870"/>
                  </a:lnTo>
                  <a:cubicBezTo>
                    <a:pt x="11538" y="6597"/>
                    <a:pt x="11335" y="6311"/>
                    <a:pt x="11014" y="6228"/>
                  </a:cubicBezTo>
                  <a:lnTo>
                    <a:pt x="10323" y="6037"/>
                  </a:lnTo>
                  <a:cubicBezTo>
                    <a:pt x="10288" y="6013"/>
                    <a:pt x="10276" y="6001"/>
                    <a:pt x="10276" y="5954"/>
                  </a:cubicBezTo>
                  <a:lnTo>
                    <a:pt x="10276" y="5716"/>
                  </a:lnTo>
                  <a:cubicBezTo>
                    <a:pt x="10335" y="5680"/>
                    <a:pt x="10383" y="5632"/>
                    <a:pt x="10443" y="5585"/>
                  </a:cubicBezTo>
                  <a:cubicBezTo>
                    <a:pt x="10693" y="5346"/>
                    <a:pt x="10824" y="5025"/>
                    <a:pt x="10824" y="4680"/>
                  </a:cubicBezTo>
                  <a:lnTo>
                    <a:pt x="10824" y="4346"/>
                  </a:lnTo>
                  <a:lnTo>
                    <a:pt x="10895" y="4215"/>
                  </a:lnTo>
                  <a:cubicBezTo>
                    <a:pt x="10978" y="4072"/>
                    <a:pt x="11014" y="3906"/>
                    <a:pt x="11014" y="3739"/>
                  </a:cubicBezTo>
                  <a:lnTo>
                    <a:pt x="11014" y="2858"/>
                  </a:lnTo>
                  <a:cubicBezTo>
                    <a:pt x="11014" y="2775"/>
                    <a:pt x="10943" y="2691"/>
                    <a:pt x="10859" y="2691"/>
                  </a:cubicBezTo>
                  <a:lnTo>
                    <a:pt x="9216" y="2691"/>
                  </a:lnTo>
                  <a:cubicBezTo>
                    <a:pt x="8621" y="2691"/>
                    <a:pt x="8145" y="3180"/>
                    <a:pt x="8145" y="3775"/>
                  </a:cubicBezTo>
                  <a:lnTo>
                    <a:pt x="8145" y="3787"/>
                  </a:lnTo>
                  <a:cubicBezTo>
                    <a:pt x="8145" y="3918"/>
                    <a:pt x="8180" y="4072"/>
                    <a:pt x="8240" y="4192"/>
                  </a:cubicBezTo>
                  <a:lnTo>
                    <a:pt x="8323" y="4370"/>
                  </a:lnTo>
                  <a:lnTo>
                    <a:pt x="8323" y="4644"/>
                  </a:lnTo>
                  <a:cubicBezTo>
                    <a:pt x="8323" y="5096"/>
                    <a:pt x="8549" y="5477"/>
                    <a:pt x="8871" y="5716"/>
                  </a:cubicBezTo>
                  <a:lnTo>
                    <a:pt x="8871" y="5954"/>
                  </a:lnTo>
                  <a:cubicBezTo>
                    <a:pt x="8871" y="6001"/>
                    <a:pt x="8871" y="6013"/>
                    <a:pt x="8740" y="6049"/>
                  </a:cubicBezTo>
                  <a:lnTo>
                    <a:pt x="8395" y="6156"/>
                  </a:lnTo>
                  <a:lnTo>
                    <a:pt x="7418" y="5799"/>
                  </a:lnTo>
                  <a:cubicBezTo>
                    <a:pt x="7418" y="5751"/>
                    <a:pt x="7406" y="5704"/>
                    <a:pt x="7371" y="5656"/>
                  </a:cubicBezTo>
                  <a:lnTo>
                    <a:pt x="7061" y="5335"/>
                  </a:lnTo>
                  <a:lnTo>
                    <a:pt x="7061" y="4787"/>
                  </a:lnTo>
                  <a:cubicBezTo>
                    <a:pt x="7085" y="4751"/>
                    <a:pt x="7121" y="4727"/>
                    <a:pt x="7168" y="4692"/>
                  </a:cubicBezTo>
                  <a:cubicBezTo>
                    <a:pt x="7561" y="4323"/>
                    <a:pt x="7787" y="3787"/>
                    <a:pt x="7787" y="3251"/>
                  </a:cubicBezTo>
                  <a:lnTo>
                    <a:pt x="7787" y="2799"/>
                  </a:lnTo>
                  <a:cubicBezTo>
                    <a:pt x="7906" y="2537"/>
                    <a:pt x="7966" y="2263"/>
                    <a:pt x="7966" y="1989"/>
                  </a:cubicBezTo>
                  <a:lnTo>
                    <a:pt x="7966" y="167"/>
                  </a:lnTo>
                  <a:cubicBezTo>
                    <a:pt x="7966" y="84"/>
                    <a:pt x="7895" y="1"/>
                    <a:pt x="7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67"/>
            <p:cNvSpPr/>
            <p:nvPr/>
          </p:nvSpPr>
          <p:spPr>
            <a:xfrm>
              <a:off x="1639960" y="3622549"/>
              <a:ext cx="10631" cy="45135"/>
            </a:xfrm>
            <a:custGeom>
              <a:avLst/>
              <a:gdLst/>
              <a:ahLst/>
              <a:cxnLst/>
              <a:rect l="l" t="t" r="r" b="b"/>
              <a:pathLst>
                <a:path w="334" h="1418" extrusionOk="0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lnTo>
                    <a:pt x="0" y="1251"/>
                  </a:lnTo>
                  <a:cubicBezTo>
                    <a:pt x="0" y="1334"/>
                    <a:pt x="84" y="1418"/>
                    <a:pt x="167" y="1418"/>
                  </a:cubicBezTo>
                  <a:cubicBezTo>
                    <a:pt x="262" y="1418"/>
                    <a:pt x="334" y="1334"/>
                    <a:pt x="334" y="1251"/>
                  </a:cubicBezTo>
                  <a:lnTo>
                    <a:pt x="334" y="168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67"/>
            <p:cNvSpPr/>
            <p:nvPr/>
          </p:nvSpPr>
          <p:spPr>
            <a:xfrm>
              <a:off x="1444014" y="3446466"/>
              <a:ext cx="91734" cy="30589"/>
            </a:xfrm>
            <a:custGeom>
              <a:avLst/>
              <a:gdLst/>
              <a:ahLst/>
              <a:cxnLst/>
              <a:rect l="l" t="t" r="r" b="b"/>
              <a:pathLst>
                <a:path w="2882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20" y="104"/>
                    <a:pt x="1" y="247"/>
                    <a:pt x="1" y="413"/>
                  </a:cubicBezTo>
                  <a:lnTo>
                    <a:pt x="1" y="794"/>
                  </a:lnTo>
                  <a:cubicBezTo>
                    <a:pt x="1" y="890"/>
                    <a:pt x="72" y="961"/>
                    <a:pt x="167" y="961"/>
                  </a:cubicBezTo>
                  <a:cubicBezTo>
                    <a:pt x="251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4" y="373"/>
                    <a:pt x="820" y="331"/>
                    <a:pt x="1157" y="331"/>
                  </a:cubicBezTo>
                  <a:cubicBezTo>
                    <a:pt x="1250" y="331"/>
                    <a:pt x="1346" y="334"/>
                    <a:pt x="1441" y="342"/>
                  </a:cubicBezTo>
                  <a:cubicBezTo>
                    <a:pt x="1977" y="366"/>
                    <a:pt x="2346" y="497"/>
                    <a:pt x="2584" y="735"/>
                  </a:cubicBezTo>
                  <a:cubicBezTo>
                    <a:pt x="2614" y="765"/>
                    <a:pt x="2659" y="779"/>
                    <a:pt x="2703" y="779"/>
                  </a:cubicBezTo>
                  <a:cubicBezTo>
                    <a:pt x="2748" y="779"/>
                    <a:pt x="2793" y="765"/>
                    <a:pt x="2822" y="735"/>
                  </a:cubicBezTo>
                  <a:cubicBezTo>
                    <a:pt x="2882" y="675"/>
                    <a:pt x="2882" y="556"/>
                    <a:pt x="2822" y="497"/>
                  </a:cubicBezTo>
                  <a:cubicBezTo>
                    <a:pt x="2428" y="102"/>
                    <a:pt x="1753" y="1"/>
                    <a:pt x="1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7"/>
            <p:cNvSpPr/>
            <p:nvPr/>
          </p:nvSpPr>
          <p:spPr>
            <a:xfrm>
              <a:off x="142052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893"/>
                  </a:lnTo>
                  <a:cubicBezTo>
                    <a:pt x="1" y="976"/>
                    <a:pt x="84" y="1060"/>
                    <a:pt x="167" y="1060"/>
                  </a:cubicBezTo>
                  <a:cubicBezTo>
                    <a:pt x="262" y="1060"/>
                    <a:pt x="334" y="976"/>
                    <a:pt x="334" y="893"/>
                  </a:cubicBezTo>
                  <a:lnTo>
                    <a:pt x="334" y="167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67"/>
            <p:cNvSpPr/>
            <p:nvPr/>
          </p:nvSpPr>
          <p:spPr>
            <a:xfrm>
              <a:off x="154749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lnTo>
                    <a:pt x="0" y="893"/>
                  </a:lnTo>
                  <a:cubicBezTo>
                    <a:pt x="0" y="976"/>
                    <a:pt x="83" y="1060"/>
                    <a:pt x="167" y="1060"/>
                  </a:cubicBezTo>
                  <a:cubicBezTo>
                    <a:pt x="262" y="1060"/>
                    <a:pt x="333" y="976"/>
                    <a:pt x="333" y="893"/>
                  </a:cubicBezTo>
                  <a:lnTo>
                    <a:pt x="333" y="167"/>
                  </a:lnTo>
                  <a:cubicBezTo>
                    <a:pt x="345" y="72"/>
                    <a:pt x="274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3" name="Google Shape;1133;p67"/>
          <p:cNvGrpSpPr/>
          <p:nvPr/>
        </p:nvGrpSpPr>
        <p:grpSpPr>
          <a:xfrm>
            <a:off x="5891862" y="1634252"/>
            <a:ext cx="46717" cy="146025"/>
            <a:chOff x="3019408" y="3475622"/>
            <a:chExt cx="41730" cy="113347"/>
          </a:xfrm>
        </p:grpSpPr>
        <p:sp>
          <p:nvSpPr>
            <p:cNvPr id="1135" name="Google Shape;1135;p67"/>
            <p:cNvSpPr/>
            <p:nvPr/>
          </p:nvSpPr>
          <p:spPr>
            <a:xfrm>
              <a:off x="3039143" y="3528205"/>
              <a:ext cx="21995" cy="8753"/>
            </a:xfrm>
            <a:custGeom>
              <a:avLst/>
              <a:gdLst/>
              <a:ahLst/>
              <a:cxnLst/>
              <a:rect l="l" t="t" r="r" b="b"/>
              <a:pathLst>
                <a:path w="691" h="275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cubicBezTo>
                    <a:pt x="0" y="215"/>
                    <a:pt x="60" y="274"/>
                    <a:pt x="131" y="274"/>
                  </a:cubicBezTo>
                  <a:lnTo>
                    <a:pt x="560" y="274"/>
                  </a:lnTo>
                  <a:cubicBezTo>
                    <a:pt x="631" y="274"/>
                    <a:pt x="691" y="215"/>
                    <a:pt x="691" y="131"/>
                  </a:cubicBezTo>
                  <a:cubicBezTo>
                    <a:pt x="691" y="60"/>
                    <a:pt x="631" y="0"/>
                    <a:pt x="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67"/>
            <p:cNvSpPr/>
            <p:nvPr/>
          </p:nvSpPr>
          <p:spPr>
            <a:xfrm>
              <a:off x="3019408" y="3475622"/>
              <a:ext cx="20499" cy="18875"/>
            </a:xfrm>
            <a:custGeom>
              <a:avLst/>
              <a:gdLst/>
              <a:ahLst/>
              <a:cxnLst/>
              <a:rect l="l" t="t" r="r" b="b"/>
              <a:pathLst>
                <a:path w="644" h="593" extrusionOk="0">
                  <a:moveTo>
                    <a:pt x="501" y="0"/>
                  </a:moveTo>
                  <a:cubicBezTo>
                    <a:pt x="468" y="0"/>
                    <a:pt x="436" y="15"/>
                    <a:pt x="406" y="45"/>
                  </a:cubicBezTo>
                  <a:lnTo>
                    <a:pt x="96" y="355"/>
                  </a:lnTo>
                  <a:cubicBezTo>
                    <a:pt x="1" y="450"/>
                    <a:pt x="61" y="593"/>
                    <a:pt x="180" y="593"/>
                  </a:cubicBezTo>
                  <a:cubicBezTo>
                    <a:pt x="215" y="593"/>
                    <a:pt x="263" y="581"/>
                    <a:pt x="275" y="557"/>
                  </a:cubicBezTo>
                  <a:lnTo>
                    <a:pt x="584" y="235"/>
                  </a:lnTo>
                  <a:cubicBezTo>
                    <a:pt x="644" y="200"/>
                    <a:pt x="644" y="104"/>
                    <a:pt x="596" y="45"/>
                  </a:cubicBezTo>
                  <a:cubicBezTo>
                    <a:pt x="567" y="15"/>
                    <a:pt x="534" y="0"/>
                    <a:pt x="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67"/>
            <p:cNvSpPr/>
            <p:nvPr/>
          </p:nvSpPr>
          <p:spPr>
            <a:xfrm>
              <a:off x="3020554" y="3570348"/>
              <a:ext cx="19353" cy="18621"/>
            </a:xfrm>
            <a:custGeom>
              <a:avLst/>
              <a:gdLst/>
              <a:ahLst/>
              <a:cxnLst/>
              <a:rect l="l" t="t" r="r" b="b"/>
              <a:pathLst>
                <a:path w="608" h="585" extrusionOk="0">
                  <a:moveTo>
                    <a:pt x="155" y="1"/>
                  </a:moveTo>
                  <a:cubicBezTo>
                    <a:pt x="123" y="1"/>
                    <a:pt x="90" y="16"/>
                    <a:pt x="60" y="46"/>
                  </a:cubicBezTo>
                  <a:cubicBezTo>
                    <a:pt x="1" y="105"/>
                    <a:pt x="1" y="176"/>
                    <a:pt x="60" y="236"/>
                  </a:cubicBezTo>
                  <a:lnTo>
                    <a:pt x="370" y="546"/>
                  </a:lnTo>
                  <a:cubicBezTo>
                    <a:pt x="397" y="572"/>
                    <a:pt x="431" y="585"/>
                    <a:pt x="463" y="585"/>
                  </a:cubicBezTo>
                  <a:cubicBezTo>
                    <a:pt x="503" y="585"/>
                    <a:pt x="541" y="566"/>
                    <a:pt x="560" y="534"/>
                  </a:cubicBezTo>
                  <a:cubicBezTo>
                    <a:pt x="608" y="498"/>
                    <a:pt x="608" y="403"/>
                    <a:pt x="560" y="355"/>
                  </a:cubicBezTo>
                  <a:lnTo>
                    <a:pt x="251" y="46"/>
                  </a:lnTo>
                  <a:cubicBezTo>
                    <a:pt x="221" y="16"/>
                    <a:pt x="188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0" name="Google Shape;1120;p67"/>
          <p:cNvSpPr/>
          <p:nvPr/>
        </p:nvSpPr>
        <p:spPr>
          <a:xfrm rot="-2700848" flipH="1">
            <a:off x="7325812" y="2413935"/>
            <a:ext cx="860195" cy="86019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3" name="Google Shape;1143;p67"/>
          <p:cNvGrpSpPr/>
          <p:nvPr/>
        </p:nvGrpSpPr>
        <p:grpSpPr>
          <a:xfrm>
            <a:off x="7550487" y="2677783"/>
            <a:ext cx="410829" cy="332343"/>
            <a:chOff x="1278299" y="2439293"/>
            <a:chExt cx="410829" cy="332343"/>
          </a:xfrm>
        </p:grpSpPr>
        <p:sp>
          <p:nvSpPr>
            <p:cNvPr id="1144" name="Google Shape;1144;p67"/>
            <p:cNvSpPr/>
            <p:nvPr/>
          </p:nvSpPr>
          <p:spPr>
            <a:xfrm>
              <a:off x="1360159" y="2510141"/>
              <a:ext cx="245963" cy="12540"/>
            </a:xfrm>
            <a:custGeom>
              <a:avLst/>
              <a:gdLst/>
              <a:ahLst/>
              <a:cxnLst/>
              <a:rect l="l" t="t" r="r" b="b"/>
              <a:pathLst>
                <a:path w="7728" h="394" extrusionOk="0">
                  <a:moveTo>
                    <a:pt x="191" y="1"/>
                  </a:moveTo>
                  <a:cubicBezTo>
                    <a:pt x="96" y="1"/>
                    <a:pt x="1" y="96"/>
                    <a:pt x="1" y="203"/>
                  </a:cubicBezTo>
                  <a:cubicBezTo>
                    <a:pt x="1" y="298"/>
                    <a:pt x="96" y="394"/>
                    <a:pt x="191" y="394"/>
                  </a:cubicBezTo>
                  <a:lnTo>
                    <a:pt x="7537" y="394"/>
                  </a:lnTo>
                  <a:cubicBezTo>
                    <a:pt x="7633" y="394"/>
                    <a:pt x="7728" y="298"/>
                    <a:pt x="7728" y="203"/>
                  </a:cubicBezTo>
                  <a:cubicBezTo>
                    <a:pt x="7728" y="96"/>
                    <a:pt x="7633" y="1"/>
                    <a:pt x="7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67"/>
            <p:cNvSpPr/>
            <p:nvPr/>
          </p:nvSpPr>
          <p:spPr>
            <a:xfrm>
              <a:off x="1360159" y="2575706"/>
              <a:ext cx="245963" cy="12158"/>
            </a:xfrm>
            <a:custGeom>
              <a:avLst/>
              <a:gdLst/>
              <a:ahLst/>
              <a:cxnLst/>
              <a:rect l="l" t="t" r="r" b="b"/>
              <a:pathLst>
                <a:path w="7728" h="382" extrusionOk="0">
                  <a:moveTo>
                    <a:pt x="191" y="0"/>
                  </a:moveTo>
                  <a:cubicBezTo>
                    <a:pt x="96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7537" y="381"/>
                  </a:lnTo>
                  <a:cubicBezTo>
                    <a:pt x="7633" y="381"/>
                    <a:pt x="7728" y="298"/>
                    <a:pt x="7728" y="191"/>
                  </a:cubicBezTo>
                  <a:cubicBezTo>
                    <a:pt x="7728" y="84"/>
                    <a:pt x="7633" y="0"/>
                    <a:pt x="7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67"/>
            <p:cNvSpPr/>
            <p:nvPr/>
          </p:nvSpPr>
          <p:spPr>
            <a:xfrm>
              <a:off x="1437086" y="2618132"/>
              <a:ext cx="92873" cy="12540"/>
            </a:xfrm>
            <a:custGeom>
              <a:avLst/>
              <a:gdLst/>
              <a:ahLst/>
              <a:cxnLst/>
              <a:rect l="l" t="t" r="r" b="b"/>
              <a:pathLst>
                <a:path w="2918" h="394" extrusionOk="0">
                  <a:moveTo>
                    <a:pt x="191" y="1"/>
                  </a:moveTo>
                  <a:cubicBezTo>
                    <a:pt x="84" y="1"/>
                    <a:pt x="1" y="96"/>
                    <a:pt x="1" y="203"/>
                  </a:cubicBezTo>
                  <a:cubicBezTo>
                    <a:pt x="1" y="299"/>
                    <a:pt x="84" y="394"/>
                    <a:pt x="191" y="394"/>
                  </a:cubicBezTo>
                  <a:lnTo>
                    <a:pt x="2715" y="394"/>
                  </a:lnTo>
                  <a:cubicBezTo>
                    <a:pt x="2822" y="394"/>
                    <a:pt x="2918" y="299"/>
                    <a:pt x="2918" y="203"/>
                  </a:cubicBezTo>
                  <a:cubicBezTo>
                    <a:pt x="2918" y="96"/>
                    <a:pt x="2822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67"/>
            <p:cNvSpPr/>
            <p:nvPr/>
          </p:nvSpPr>
          <p:spPr>
            <a:xfrm>
              <a:off x="1419295" y="2543115"/>
              <a:ext cx="186827" cy="12158"/>
            </a:xfrm>
            <a:custGeom>
              <a:avLst/>
              <a:gdLst/>
              <a:ahLst/>
              <a:cxnLst/>
              <a:rect l="l" t="t" r="r" b="b"/>
              <a:pathLst>
                <a:path w="5870" h="382" extrusionOk="0">
                  <a:moveTo>
                    <a:pt x="191" y="1"/>
                  </a:moveTo>
                  <a:cubicBezTo>
                    <a:pt x="95" y="1"/>
                    <a:pt x="0" y="84"/>
                    <a:pt x="0" y="191"/>
                  </a:cubicBezTo>
                  <a:cubicBezTo>
                    <a:pt x="0" y="298"/>
                    <a:pt x="95" y="382"/>
                    <a:pt x="191" y="382"/>
                  </a:cubicBezTo>
                  <a:lnTo>
                    <a:pt x="5679" y="382"/>
                  </a:lnTo>
                  <a:cubicBezTo>
                    <a:pt x="5775" y="382"/>
                    <a:pt x="5870" y="298"/>
                    <a:pt x="5870" y="191"/>
                  </a:cubicBezTo>
                  <a:cubicBezTo>
                    <a:pt x="5870" y="84"/>
                    <a:pt x="5775" y="1"/>
                    <a:pt x="5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67"/>
            <p:cNvSpPr/>
            <p:nvPr/>
          </p:nvSpPr>
          <p:spPr>
            <a:xfrm>
              <a:off x="1360541" y="2543115"/>
              <a:ext cx="43604" cy="12158"/>
            </a:xfrm>
            <a:custGeom>
              <a:avLst/>
              <a:gdLst/>
              <a:ahLst/>
              <a:cxnLst/>
              <a:rect l="l" t="t" r="r" b="b"/>
              <a:pathLst>
                <a:path w="1370" h="382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cubicBezTo>
                    <a:pt x="1" y="298"/>
                    <a:pt x="96" y="382"/>
                    <a:pt x="203" y="382"/>
                  </a:cubicBezTo>
                  <a:lnTo>
                    <a:pt x="1179" y="382"/>
                  </a:lnTo>
                  <a:cubicBezTo>
                    <a:pt x="1286" y="382"/>
                    <a:pt x="1370" y="298"/>
                    <a:pt x="1370" y="191"/>
                  </a:cubicBezTo>
                  <a:cubicBezTo>
                    <a:pt x="1358" y="72"/>
                    <a:pt x="128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67"/>
            <p:cNvSpPr/>
            <p:nvPr/>
          </p:nvSpPr>
          <p:spPr>
            <a:xfrm>
              <a:off x="1306721" y="2469211"/>
              <a:ext cx="353222" cy="228171"/>
            </a:xfrm>
            <a:custGeom>
              <a:avLst/>
              <a:gdLst/>
              <a:ahLst/>
              <a:cxnLst/>
              <a:rect l="l" t="t" r="r" b="b"/>
              <a:pathLst>
                <a:path w="11098" h="7169" extrusionOk="0">
                  <a:moveTo>
                    <a:pt x="1144" y="1"/>
                  </a:moveTo>
                  <a:cubicBezTo>
                    <a:pt x="1025" y="1"/>
                    <a:pt x="918" y="96"/>
                    <a:pt x="906" y="215"/>
                  </a:cubicBezTo>
                  <a:cubicBezTo>
                    <a:pt x="894" y="596"/>
                    <a:pt x="596" y="894"/>
                    <a:pt x="215" y="906"/>
                  </a:cubicBezTo>
                  <a:cubicBezTo>
                    <a:pt x="96" y="906"/>
                    <a:pt x="1" y="1013"/>
                    <a:pt x="1" y="1144"/>
                  </a:cubicBezTo>
                  <a:lnTo>
                    <a:pt x="1" y="6025"/>
                  </a:lnTo>
                  <a:cubicBezTo>
                    <a:pt x="1" y="6144"/>
                    <a:pt x="96" y="6252"/>
                    <a:pt x="215" y="6264"/>
                  </a:cubicBezTo>
                  <a:cubicBezTo>
                    <a:pt x="596" y="6275"/>
                    <a:pt x="894" y="6573"/>
                    <a:pt x="906" y="6942"/>
                  </a:cubicBezTo>
                  <a:cubicBezTo>
                    <a:pt x="906" y="7061"/>
                    <a:pt x="1013" y="7168"/>
                    <a:pt x="1144" y="7168"/>
                  </a:cubicBezTo>
                  <a:lnTo>
                    <a:pt x="6728" y="7168"/>
                  </a:lnTo>
                  <a:cubicBezTo>
                    <a:pt x="6835" y="7168"/>
                    <a:pt x="6918" y="7085"/>
                    <a:pt x="6918" y="6978"/>
                  </a:cubicBezTo>
                  <a:cubicBezTo>
                    <a:pt x="6918" y="6871"/>
                    <a:pt x="6835" y="6787"/>
                    <a:pt x="6728" y="6787"/>
                  </a:cubicBezTo>
                  <a:lnTo>
                    <a:pt x="1275" y="6787"/>
                  </a:lnTo>
                  <a:cubicBezTo>
                    <a:pt x="1203" y="6323"/>
                    <a:pt x="846" y="5978"/>
                    <a:pt x="382" y="5894"/>
                  </a:cubicBezTo>
                  <a:lnTo>
                    <a:pt x="382" y="1263"/>
                  </a:lnTo>
                  <a:cubicBezTo>
                    <a:pt x="846" y="1191"/>
                    <a:pt x="1192" y="834"/>
                    <a:pt x="1275" y="370"/>
                  </a:cubicBezTo>
                  <a:lnTo>
                    <a:pt x="9776" y="370"/>
                  </a:lnTo>
                  <a:cubicBezTo>
                    <a:pt x="9847" y="846"/>
                    <a:pt x="10240" y="1203"/>
                    <a:pt x="10717" y="1263"/>
                  </a:cubicBezTo>
                  <a:lnTo>
                    <a:pt x="10717" y="4466"/>
                  </a:lnTo>
                  <a:cubicBezTo>
                    <a:pt x="10717" y="4561"/>
                    <a:pt x="10800" y="4656"/>
                    <a:pt x="10907" y="4656"/>
                  </a:cubicBezTo>
                  <a:cubicBezTo>
                    <a:pt x="11014" y="4656"/>
                    <a:pt x="11098" y="4561"/>
                    <a:pt x="11098" y="4466"/>
                  </a:cubicBezTo>
                  <a:lnTo>
                    <a:pt x="11098" y="1108"/>
                  </a:lnTo>
                  <a:cubicBezTo>
                    <a:pt x="11086" y="1072"/>
                    <a:pt x="11062" y="1013"/>
                    <a:pt x="11014" y="965"/>
                  </a:cubicBezTo>
                  <a:cubicBezTo>
                    <a:pt x="10967" y="918"/>
                    <a:pt x="10907" y="906"/>
                    <a:pt x="10848" y="906"/>
                  </a:cubicBezTo>
                  <a:cubicBezTo>
                    <a:pt x="10467" y="906"/>
                    <a:pt x="10145" y="608"/>
                    <a:pt x="10133" y="215"/>
                  </a:cubicBezTo>
                  <a:cubicBezTo>
                    <a:pt x="10133" y="96"/>
                    <a:pt x="10026" y="1"/>
                    <a:pt x="9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67"/>
            <p:cNvSpPr/>
            <p:nvPr/>
          </p:nvSpPr>
          <p:spPr>
            <a:xfrm>
              <a:off x="1278299" y="2439293"/>
              <a:ext cx="410829" cy="332343"/>
            </a:xfrm>
            <a:custGeom>
              <a:avLst/>
              <a:gdLst/>
              <a:ahLst/>
              <a:cxnLst/>
              <a:rect l="l" t="t" r="r" b="b"/>
              <a:pathLst>
                <a:path w="12908" h="10442" extrusionOk="0">
                  <a:moveTo>
                    <a:pt x="12348" y="369"/>
                  </a:moveTo>
                  <a:cubicBezTo>
                    <a:pt x="12431" y="369"/>
                    <a:pt x="12503" y="429"/>
                    <a:pt x="12503" y="524"/>
                  </a:cubicBezTo>
                  <a:lnTo>
                    <a:pt x="12503" y="8513"/>
                  </a:lnTo>
                  <a:cubicBezTo>
                    <a:pt x="12503" y="8585"/>
                    <a:pt x="12443" y="8656"/>
                    <a:pt x="12348" y="8656"/>
                  </a:cubicBezTo>
                  <a:lnTo>
                    <a:pt x="11610" y="8656"/>
                  </a:lnTo>
                  <a:lnTo>
                    <a:pt x="11502" y="8454"/>
                  </a:lnTo>
                  <a:cubicBezTo>
                    <a:pt x="11502" y="8454"/>
                    <a:pt x="11514" y="8454"/>
                    <a:pt x="11514" y="8442"/>
                  </a:cubicBezTo>
                  <a:cubicBezTo>
                    <a:pt x="11776" y="8323"/>
                    <a:pt x="11931" y="8049"/>
                    <a:pt x="11907" y="7763"/>
                  </a:cubicBezTo>
                  <a:cubicBezTo>
                    <a:pt x="11907" y="7692"/>
                    <a:pt x="11919" y="7632"/>
                    <a:pt x="11967" y="7573"/>
                  </a:cubicBezTo>
                  <a:cubicBezTo>
                    <a:pt x="12133" y="7334"/>
                    <a:pt x="12133" y="7025"/>
                    <a:pt x="11967" y="6799"/>
                  </a:cubicBezTo>
                  <a:cubicBezTo>
                    <a:pt x="11919" y="6739"/>
                    <a:pt x="11907" y="6668"/>
                    <a:pt x="11907" y="6608"/>
                  </a:cubicBezTo>
                  <a:cubicBezTo>
                    <a:pt x="11931" y="6322"/>
                    <a:pt x="11776" y="6061"/>
                    <a:pt x="11514" y="5941"/>
                  </a:cubicBezTo>
                  <a:cubicBezTo>
                    <a:pt x="11455" y="5906"/>
                    <a:pt x="11395" y="5858"/>
                    <a:pt x="11371" y="5787"/>
                  </a:cubicBezTo>
                  <a:cubicBezTo>
                    <a:pt x="11263" y="5559"/>
                    <a:pt x="11027" y="5401"/>
                    <a:pt x="10779" y="5401"/>
                  </a:cubicBezTo>
                  <a:cubicBezTo>
                    <a:pt x="10754" y="5401"/>
                    <a:pt x="10729" y="5402"/>
                    <a:pt x="10705" y="5406"/>
                  </a:cubicBezTo>
                  <a:cubicBezTo>
                    <a:pt x="10621" y="5406"/>
                    <a:pt x="10562" y="5382"/>
                    <a:pt x="10502" y="5346"/>
                  </a:cubicBezTo>
                  <a:cubicBezTo>
                    <a:pt x="10383" y="5263"/>
                    <a:pt x="10246" y="5221"/>
                    <a:pt x="10111" y="5221"/>
                  </a:cubicBezTo>
                  <a:cubicBezTo>
                    <a:pt x="9975" y="5221"/>
                    <a:pt x="9841" y="5263"/>
                    <a:pt x="9728" y="5346"/>
                  </a:cubicBezTo>
                  <a:cubicBezTo>
                    <a:pt x="9669" y="5382"/>
                    <a:pt x="9597" y="5406"/>
                    <a:pt x="9538" y="5406"/>
                  </a:cubicBezTo>
                  <a:cubicBezTo>
                    <a:pt x="9512" y="5402"/>
                    <a:pt x="9486" y="5401"/>
                    <a:pt x="9461" y="5401"/>
                  </a:cubicBezTo>
                  <a:cubicBezTo>
                    <a:pt x="9206" y="5401"/>
                    <a:pt x="8979" y="5559"/>
                    <a:pt x="8871" y="5787"/>
                  </a:cubicBezTo>
                  <a:cubicBezTo>
                    <a:pt x="8835" y="5846"/>
                    <a:pt x="8800" y="5906"/>
                    <a:pt x="8716" y="5941"/>
                  </a:cubicBezTo>
                  <a:cubicBezTo>
                    <a:pt x="8466" y="6061"/>
                    <a:pt x="8300" y="6322"/>
                    <a:pt x="8335" y="6608"/>
                  </a:cubicBezTo>
                  <a:cubicBezTo>
                    <a:pt x="8335" y="6680"/>
                    <a:pt x="8323" y="6739"/>
                    <a:pt x="8276" y="6799"/>
                  </a:cubicBezTo>
                  <a:cubicBezTo>
                    <a:pt x="8109" y="7037"/>
                    <a:pt x="8109" y="7346"/>
                    <a:pt x="8276" y="7573"/>
                  </a:cubicBezTo>
                  <a:cubicBezTo>
                    <a:pt x="8323" y="7632"/>
                    <a:pt x="8335" y="7704"/>
                    <a:pt x="8335" y="7763"/>
                  </a:cubicBezTo>
                  <a:cubicBezTo>
                    <a:pt x="8300" y="8049"/>
                    <a:pt x="8466" y="8323"/>
                    <a:pt x="8716" y="8442"/>
                  </a:cubicBezTo>
                  <a:cubicBezTo>
                    <a:pt x="8716" y="8442"/>
                    <a:pt x="8740" y="8442"/>
                    <a:pt x="8740" y="8454"/>
                  </a:cubicBezTo>
                  <a:lnTo>
                    <a:pt x="8633" y="8656"/>
                  </a:lnTo>
                  <a:lnTo>
                    <a:pt x="525" y="8656"/>
                  </a:lnTo>
                  <a:cubicBezTo>
                    <a:pt x="441" y="8656"/>
                    <a:pt x="370" y="8597"/>
                    <a:pt x="370" y="8513"/>
                  </a:cubicBezTo>
                  <a:lnTo>
                    <a:pt x="370" y="524"/>
                  </a:lnTo>
                  <a:cubicBezTo>
                    <a:pt x="370" y="441"/>
                    <a:pt x="430" y="369"/>
                    <a:pt x="525" y="369"/>
                  </a:cubicBezTo>
                  <a:close/>
                  <a:moveTo>
                    <a:pt x="10139" y="5638"/>
                  </a:moveTo>
                  <a:cubicBezTo>
                    <a:pt x="10199" y="5638"/>
                    <a:pt x="10258" y="5656"/>
                    <a:pt x="10312" y="5691"/>
                  </a:cubicBezTo>
                  <a:cubicBezTo>
                    <a:pt x="10420" y="5770"/>
                    <a:pt x="10553" y="5817"/>
                    <a:pt x="10684" y="5817"/>
                  </a:cubicBezTo>
                  <a:cubicBezTo>
                    <a:pt x="10711" y="5817"/>
                    <a:pt x="10738" y="5815"/>
                    <a:pt x="10764" y="5810"/>
                  </a:cubicBezTo>
                  <a:cubicBezTo>
                    <a:pt x="10773" y="5810"/>
                    <a:pt x="10782" y="5809"/>
                    <a:pt x="10790" y="5809"/>
                  </a:cubicBezTo>
                  <a:cubicBezTo>
                    <a:pt x="10900" y="5809"/>
                    <a:pt x="11007" y="5878"/>
                    <a:pt x="11062" y="5977"/>
                  </a:cubicBezTo>
                  <a:cubicBezTo>
                    <a:pt x="11133" y="6132"/>
                    <a:pt x="11229" y="6251"/>
                    <a:pt x="11383" y="6311"/>
                  </a:cubicBezTo>
                  <a:cubicBezTo>
                    <a:pt x="11502" y="6370"/>
                    <a:pt x="11562" y="6477"/>
                    <a:pt x="11550" y="6608"/>
                  </a:cubicBezTo>
                  <a:cubicBezTo>
                    <a:pt x="11526" y="6775"/>
                    <a:pt x="11574" y="6930"/>
                    <a:pt x="11669" y="7049"/>
                  </a:cubicBezTo>
                  <a:cubicBezTo>
                    <a:pt x="11741" y="7156"/>
                    <a:pt x="11741" y="7287"/>
                    <a:pt x="11669" y="7394"/>
                  </a:cubicBezTo>
                  <a:cubicBezTo>
                    <a:pt x="11574" y="7525"/>
                    <a:pt x="11538" y="7692"/>
                    <a:pt x="11550" y="7835"/>
                  </a:cubicBezTo>
                  <a:cubicBezTo>
                    <a:pt x="11562" y="7966"/>
                    <a:pt x="11490" y="8085"/>
                    <a:pt x="11383" y="8132"/>
                  </a:cubicBezTo>
                  <a:cubicBezTo>
                    <a:pt x="11288" y="8180"/>
                    <a:pt x="11217" y="8239"/>
                    <a:pt x="11157" y="8299"/>
                  </a:cubicBezTo>
                  <a:lnTo>
                    <a:pt x="11145" y="8323"/>
                  </a:lnTo>
                  <a:lnTo>
                    <a:pt x="11050" y="8454"/>
                  </a:lnTo>
                  <a:cubicBezTo>
                    <a:pt x="10995" y="8563"/>
                    <a:pt x="10911" y="8622"/>
                    <a:pt x="10787" y="8622"/>
                  </a:cubicBezTo>
                  <a:cubicBezTo>
                    <a:pt x="10776" y="8622"/>
                    <a:pt x="10764" y="8621"/>
                    <a:pt x="10752" y="8620"/>
                  </a:cubicBezTo>
                  <a:cubicBezTo>
                    <a:pt x="10726" y="8616"/>
                    <a:pt x="10699" y="8614"/>
                    <a:pt x="10672" y="8614"/>
                  </a:cubicBezTo>
                  <a:cubicBezTo>
                    <a:pt x="10542" y="8614"/>
                    <a:pt x="10410" y="8660"/>
                    <a:pt x="10312" y="8739"/>
                  </a:cubicBezTo>
                  <a:cubicBezTo>
                    <a:pt x="10252" y="8751"/>
                    <a:pt x="10205" y="8763"/>
                    <a:pt x="10169" y="8775"/>
                  </a:cubicBezTo>
                  <a:lnTo>
                    <a:pt x="10074" y="8775"/>
                  </a:lnTo>
                  <a:cubicBezTo>
                    <a:pt x="10026" y="8775"/>
                    <a:pt x="9978" y="8751"/>
                    <a:pt x="9955" y="8739"/>
                  </a:cubicBezTo>
                  <a:cubicBezTo>
                    <a:pt x="9836" y="8656"/>
                    <a:pt x="9705" y="8620"/>
                    <a:pt x="9562" y="8620"/>
                  </a:cubicBezTo>
                  <a:lnTo>
                    <a:pt x="9514" y="8620"/>
                  </a:lnTo>
                  <a:cubicBezTo>
                    <a:pt x="9504" y="8621"/>
                    <a:pt x="9495" y="8622"/>
                    <a:pt x="9486" y="8622"/>
                  </a:cubicBezTo>
                  <a:cubicBezTo>
                    <a:pt x="9366" y="8622"/>
                    <a:pt x="9261" y="8553"/>
                    <a:pt x="9216" y="8454"/>
                  </a:cubicBezTo>
                  <a:cubicBezTo>
                    <a:pt x="9181" y="8406"/>
                    <a:pt x="9157" y="8347"/>
                    <a:pt x="9121" y="8323"/>
                  </a:cubicBezTo>
                  <a:lnTo>
                    <a:pt x="9121" y="8299"/>
                  </a:lnTo>
                  <a:cubicBezTo>
                    <a:pt x="9062" y="8227"/>
                    <a:pt x="8990" y="8168"/>
                    <a:pt x="8895" y="8132"/>
                  </a:cubicBezTo>
                  <a:cubicBezTo>
                    <a:pt x="8776" y="8085"/>
                    <a:pt x="8716" y="7977"/>
                    <a:pt x="8728" y="7835"/>
                  </a:cubicBezTo>
                  <a:cubicBezTo>
                    <a:pt x="8752" y="7680"/>
                    <a:pt x="8704" y="7513"/>
                    <a:pt x="8609" y="7394"/>
                  </a:cubicBezTo>
                  <a:cubicBezTo>
                    <a:pt x="8538" y="7287"/>
                    <a:pt x="8538" y="7156"/>
                    <a:pt x="8609" y="7049"/>
                  </a:cubicBezTo>
                  <a:cubicBezTo>
                    <a:pt x="8704" y="6918"/>
                    <a:pt x="8752" y="6751"/>
                    <a:pt x="8728" y="6608"/>
                  </a:cubicBezTo>
                  <a:cubicBezTo>
                    <a:pt x="8716" y="6489"/>
                    <a:pt x="8788" y="6370"/>
                    <a:pt x="8895" y="6311"/>
                  </a:cubicBezTo>
                  <a:cubicBezTo>
                    <a:pt x="9050" y="6227"/>
                    <a:pt x="9169" y="6132"/>
                    <a:pt x="9228" y="5977"/>
                  </a:cubicBezTo>
                  <a:cubicBezTo>
                    <a:pt x="9283" y="5868"/>
                    <a:pt x="9387" y="5809"/>
                    <a:pt x="9496" y="5809"/>
                  </a:cubicBezTo>
                  <a:cubicBezTo>
                    <a:pt x="9506" y="5809"/>
                    <a:pt x="9516" y="5809"/>
                    <a:pt x="9526" y="5810"/>
                  </a:cubicBezTo>
                  <a:cubicBezTo>
                    <a:pt x="9552" y="5815"/>
                    <a:pt x="9579" y="5817"/>
                    <a:pt x="9606" y="5817"/>
                  </a:cubicBezTo>
                  <a:cubicBezTo>
                    <a:pt x="9737" y="5817"/>
                    <a:pt x="9868" y="5770"/>
                    <a:pt x="9966" y="5691"/>
                  </a:cubicBezTo>
                  <a:cubicBezTo>
                    <a:pt x="10020" y="5656"/>
                    <a:pt x="10080" y="5638"/>
                    <a:pt x="10139" y="5638"/>
                  </a:cubicBezTo>
                  <a:close/>
                  <a:moveTo>
                    <a:pt x="8990" y="8775"/>
                  </a:moveTo>
                  <a:cubicBezTo>
                    <a:pt x="9105" y="8910"/>
                    <a:pt x="9274" y="8982"/>
                    <a:pt x="9458" y="8982"/>
                  </a:cubicBezTo>
                  <a:cubicBezTo>
                    <a:pt x="9484" y="8982"/>
                    <a:pt x="9511" y="8981"/>
                    <a:pt x="9538" y="8978"/>
                  </a:cubicBezTo>
                  <a:cubicBezTo>
                    <a:pt x="9609" y="8978"/>
                    <a:pt x="9669" y="8989"/>
                    <a:pt x="9728" y="9037"/>
                  </a:cubicBezTo>
                  <a:cubicBezTo>
                    <a:pt x="9740" y="9049"/>
                    <a:pt x="9776" y="9061"/>
                    <a:pt x="9788" y="9061"/>
                  </a:cubicBezTo>
                  <a:lnTo>
                    <a:pt x="9383" y="9894"/>
                  </a:lnTo>
                  <a:lnTo>
                    <a:pt x="9193" y="9573"/>
                  </a:lnTo>
                  <a:cubicBezTo>
                    <a:pt x="9151" y="9500"/>
                    <a:pt x="9082" y="9463"/>
                    <a:pt x="9001" y="9463"/>
                  </a:cubicBezTo>
                  <a:cubicBezTo>
                    <a:pt x="8990" y="9463"/>
                    <a:pt x="8978" y="9464"/>
                    <a:pt x="8966" y="9466"/>
                  </a:cubicBezTo>
                  <a:lnTo>
                    <a:pt x="8633" y="9525"/>
                  </a:lnTo>
                  <a:lnTo>
                    <a:pt x="8990" y="8775"/>
                  </a:lnTo>
                  <a:close/>
                  <a:moveTo>
                    <a:pt x="11264" y="8775"/>
                  </a:moveTo>
                  <a:lnTo>
                    <a:pt x="11621" y="9525"/>
                  </a:lnTo>
                  <a:lnTo>
                    <a:pt x="11264" y="9466"/>
                  </a:lnTo>
                  <a:cubicBezTo>
                    <a:pt x="11254" y="9464"/>
                    <a:pt x="11243" y="9463"/>
                    <a:pt x="11233" y="9463"/>
                  </a:cubicBezTo>
                  <a:cubicBezTo>
                    <a:pt x="11158" y="9463"/>
                    <a:pt x="11080" y="9500"/>
                    <a:pt x="11038" y="9573"/>
                  </a:cubicBezTo>
                  <a:lnTo>
                    <a:pt x="10848" y="9894"/>
                  </a:lnTo>
                  <a:lnTo>
                    <a:pt x="10467" y="9061"/>
                  </a:lnTo>
                  <a:cubicBezTo>
                    <a:pt x="10478" y="9049"/>
                    <a:pt x="10502" y="9025"/>
                    <a:pt x="10514" y="9025"/>
                  </a:cubicBezTo>
                  <a:cubicBezTo>
                    <a:pt x="10574" y="8989"/>
                    <a:pt x="10657" y="8978"/>
                    <a:pt x="10717" y="8978"/>
                  </a:cubicBezTo>
                  <a:cubicBezTo>
                    <a:pt x="10731" y="8978"/>
                    <a:pt x="10746" y="8979"/>
                    <a:pt x="10760" y="8979"/>
                  </a:cubicBezTo>
                  <a:cubicBezTo>
                    <a:pt x="10946" y="8979"/>
                    <a:pt x="11121" y="8908"/>
                    <a:pt x="11264" y="8775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8"/>
                    <a:pt x="1" y="524"/>
                  </a:cubicBezTo>
                  <a:lnTo>
                    <a:pt x="1" y="8513"/>
                  </a:lnTo>
                  <a:cubicBezTo>
                    <a:pt x="1" y="8799"/>
                    <a:pt x="239" y="9037"/>
                    <a:pt x="525" y="9037"/>
                  </a:cubicBezTo>
                  <a:lnTo>
                    <a:pt x="8454" y="9037"/>
                  </a:lnTo>
                  <a:lnTo>
                    <a:pt x="8169" y="9632"/>
                  </a:lnTo>
                  <a:cubicBezTo>
                    <a:pt x="8145" y="9704"/>
                    <a:pt x="8145" y="9787"/>
                    <a:pt x="8204" y="9870"/>
                  </a:cubicBezTo>
                  <a:cubicBezTo>
                    <a:pt x="8234" y="9930"/>
                    <a:pt x="8306" y="9957"/>
                    <a:pt x="8370" y="9957"/>
                  </a:cubicBezTo>
                  <a:cubicBezTo>
                    <a:pt x="8383" y="9957"/>
                    <a:pt x="8395" y="9956"/>
                    <a:pt x="8407" y="9954"/>
                  </a:cubicBezTo>
                  <a:lnTo>
                    <a:pt x="8931" y="9870"/>
                  </a:lnTo>
                  <a:lnTo>
                    <a:pt x="9228" y="10347"/>
                  </a:lnTo>
                  <a:cubicBezTo>
                    <a:pt x="9276" y="10418"/>
                    <a:pt x="9347" y="10442"/>
                    <a:pt x="9419" y="10442"/>
                  </a:cubicBezTo>
                  <a:lnTo>
                    <a:pt x="9431" y="10442"/>
                  </a:lnTo>
                  <a:cubicBezTo>
                    <a:pt x="9526" y="10442"/>
                    <a:pt x="9585" y="10382"/>
                    <a:pt x="9633" y="10311"/>
                  </a:cubicBezTo>
                  <a:lnTo>
                    <a:pt x="10133" y="9251"/>
                  </a:lnTo>
                  <a:lnTo>
                    <a:pt x="10645" y="10311"/>
                  </a:lnTo>
                  <a:cubicBezTo>
                    <a:pt x="10669" y="10382"/>
                    <a:pt x="10740" y="10430"/>
                    <a:pt x="10836" y="10442"/>
                  </a:cubicBezTo>
                  <a:lnTo>
                    <a:pt x="10848" y="10442"/>
                  </a:lnTo>
                  <a:cubicBezTo>
                    <a:pt x="10919" y="10442"/>
                    <a:pt x="11002" y="10406"/>
                    <a:pt x="11038" y="10347"/>
                  </a:cubicBezTo>
                  <a:lnTo>
                    <a:pt x="11336" y="9870"/>
                  </a:lnTo>
                  <a:lnTo>
                    <a:pt x="11860" y="9954"/>
                  </a:lnTo>
                  <a:cubicBezTo>
                    <a:pt x="11875" y="9956"/>
                    <a:pt x="11890" y="9957"/>
                    <a:pt x="11904" y="9957"/>
                  </a:cubicBezTo>
                  <a:cubicBezTo>
                    <a:pt x="11977" y="9957"/>
                    <a:pt x="12034" y="9930"/>
                    <a:pt x="12074" y="9870"/>
                  </a:cubicBezTo>
                  <a:cubicBezTo>
                    <a:pt x="12110" y="9787"/>
                    <a:pt x="12133" y="9716"/>
                    <a:pt x="12098" y="9620"/>
                  </a:cubicBezTo>
                  <a:lnTo>
                    <a:pt x="11812" y="9025"/>
                  </a:lnTo>
                  <a:lnTo>
                    <a:pt x="12383" y="9025"/>
                  </a:lnTo>
                  <a:cubicBezTo>
                    <a:pt x="12669" y="9025"/>
                    <a:pt x="12907" y="8787"/>
                    <a:pt x="12907" y="8513"/>
                  </a:cubicBezTo>
                  <a:lnTo>
                    <a:pt x="12907" y="524"/>
                  </a:lnTo>
                  <a:cubicBezTo>
                    <a:pt x="12884" y="238"/>
                    <a:pt x="12645" y="0"/>
                    <a:pt x="12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67"/>
            <p:cNvSpPr/>
            <p:nvPr/>
          </p:nvSpPr>
          <p:spPr>
            <a:xfrm>
              <a:off x="1562519" y="2630640"/>
              <a:ext cx="74699" cy="74699"/>
            </a:xfrm>
            <a:custGeom>
              <a:avLst/>
              <a:gdLst/>
              <a:ahLst/>
              <a:cxnLst/>
              <a:rect l="l" t="t" r="r" b="b"/>
              <a:pathLst>
                <a:path w="2347" h="2347" extrusionOk="0">
                  <a:moveTo>
                    <a:pt x="1179" y="382"/>
                  </a:moveTo>
                  <a:cubicBezTo>
                    <a:pt x="1608" y="382"/>
                    <a:pt x="1965" y="739"/>
                    <a:pt x="1965" y="1180"/>
                  </a:cubicBezTo>
                  <a:cubicBezTo>
                    <a:pt x="1977" y="1608"/>
                    <a:pt x="1620" y="1965"/>
                    <a:pt x="1179" y="1965"/>
                  </a:cubicBezTo>
                  <a:cubicBezTo>
                    <a:pt x="739" y="1965"/>
                    <a:pt x="382" y="1608"/>
                    <a:pt x="382" y="1180"/>
                  </a:cubicBezTo>
                  <a:cubicBezTo>
                    <a:pt x="382" y="739"/>
                    <a:pt x="739" y="382"/>
                    <a:pt x="1179" y="382"/>
                  </a:cubicBezTo>
                  <a:close/>
                  <a:moveTo>
                    <a:pt x="1179" y="1"/>
                  </a:moveTo>
                  <a:cubicBezTo>
                    <a:pt x="536" y="1"/>
                    <a:pt x="1" y="525"/>
                    <a:pt x="1" y="1180"/>
                  </a:cubicBezTo>
                  <a:cubicBezTo>
                    <a:pt x="1" y="1811"/>
                    <a:pt x="525" y="2346"/>
                    <a:pt x="1179" y="2346"/>
                  </a:cubicBezTo>
                  <a:cubicBezTo>
                    <a:pt x="1834" y="2346"/>
                    <a:pt x="2346" y="1823"/>
                    <a:pt x="2346" y="1180"/>
                  </a:cubicBezTo>
                  <a:cubicBezTo>
                    <a:pt x="2346" y="525"/>
                    <a:pt x="1834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03;p78">
            <a:extLst>
              <a:ext uri="{FF2B5EF4-FFF2-40B4-BE49-F238E27FC236}">
                <a16:creationId xmlns:a16="http://schemas.microsoft.com/office/drawing/2014/main" id="{25B091B1-0490-B2F8-71B4-B57D37F2B90A}"/>
              </a:ext>
            </a:extLst>
          </p:cNvPr>
          <p:cNvGrpSpPr/>
          <p:nvPr/>
        </p:nvGrpSpPr>
        <p:grpSpPr>
          <a:xfrm>
            <a:off x="5634669" y="1698386"/>
            <a:ext cx="181026" cy="69896"/>
            <a:chOff x="4659775" y="2072775"/>
            <a:chExt cx="74325" cy="28700"/>
          </a:xfrm>
        </p:grpSpPr>
        <p:sp>
          <p:nvSpPr>
            <p:cNvPr id="3" name="Google Shape;1704;p78">
              <a:extLst>
                <a:ext uri="{FF2B5EF4-FFF2-40B4-BE49-F238E27FC236}">
                  <a16:creationId xmlns:a16="http://schemas.microsoft.com/office/drawing/2014/main" id="{DCA8ED1C-FC7A-790F-A821-FD806998DE3D}"/>
                </a:ext>
              </a:extLst>
            </p:cNvPr>
            <p:cNvSpPr/>
            <p:nvPr/>
          </p:nvSpPr>
          <p:spPr>
            <a:xfrm>
              <a:off x="4659775" y="2072775"/>
              <a:ext cx="38075" cy="28700"/>
            </a:xfrm>
            <a:custGeom>
              <a:avLst/>
              <a:gdLst/>
              <a:ahLst/>
              <a:cxnLst/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05;p78">
              <a:extLst>
                <a:ext uri="{FF2B5EF4-FFF2-40B4-BE49-F238E27FC236}">
                  <a16:creationId xmlns:a16="http://schemas.microsoft.com/office/drawing/2014/main" id="{FA252ED7-6510-34FD-1CF8-9FBF728ACC88}"/>
                </a:ext>
              </a:extLst>
            </p:cNvPr>
            <p:cNvSpPr/>
            <p:nvPr/>
          </p:nvSpPr>
          <p:spPr>
            <a:xfrm>
              <a:off x="4691875" y="2072775"/>
              <a:ext cx="24550" cy="28700"/>
            </a:xfrm>
            <a:custGeom>
              <a:avLst/>
              <a:gdLst/>
              <a:ahLst/>
              <a:cxnLst/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06;p78">
              <a:extLst>
                <a:ext uri="{FF2B5EF4-FFF2-40B4-BE49-F238E27FC236}">
                  <a16:creationId xmlns:a16="http://schemas.microsoft.com/office/drawing/2014/main" id="{36231946-E5EF-A4BA-7BA9-C8B88D5A3AA2}"/>
                </a:ext>
              </a:extLst>
            </p:cNvPr>
            <p:cNvSpPr/>
            <p:nvPr/>
          </p:nvSpPr>
          <p:spPr>
            <a:xfrm>
              <a:off x="4709350" y="2072775"/>
              <a:ext cx="24750" cy="28700"/>
            </a:xfrm>
            <a:custGeom>
              <a:avLst/>
              <a:gdLst/>
              <a:ahLst/>
              <a:cxnLst/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9506;p84">
            <a:extLst>
              <a:ext uri="{FF2B5EF4-FFF2-40B4-BE49-F238E27FC236}">
                <a16:creationId xmlns:a16="http://schemas.microsoft.com/office/drawing/2014/main" id="{1408AC1D-0258-0DCA-36F6-16997F0120F7}"/>
              </a:ext>
            </a:extLst>
          </p:cNvPr>
          <p:cNvGrpSpPr/>
          <p:nvPr/>
        </p:nvGrpSpPr>
        <p:grpSpPr>
          <a:xfrm>
            <a:off x="5582944" y="2677783"/>
            <a:ext cx="374177" cy="374263"/>
            <a:chOff x="775325" y="4143525"/>
            <a:chExt cx="468776" cy="468884"/>
          </a:xfrm>
        </p:grpSpPr>
        <p:sp>
          <p:nvSpPr>
            <p:cNvPr id="7" name="Google Shape;9507;p84">
              <a:extLst>
                <a:ext uri="{FF2B5EF4-FFF2-40B4-BE49-F238E27FC236}">
                  <a16:creationId xmlns:a16="http://schemas.microsoft.com/office/drawing/2014/main" id="{AE4F3A1F-7AEE-147C-522C-4C6EE720D3E9}"/>
                </a:ext>
              </a:extLst>
            </p:cNvPr>
            <p:cNvSpPr/>
            <p:nvPr/>
          </p:nvSpPr>
          <p:spPr>
            <a:xfrm>
              <a:off x="851953" y="4143525"/>
              <a:ext cx="392147" cy="390479"/>
            </a:xfrm>
            <a:custGeom>
              <a:avLst/>
              <a:gdLst/>
              <a:ahLst/>
              <a:cxnLst/>
              <a:rect l="l" t="t" r="r" b="b"/>
              <a:pathLst>
                <a:path w="36428" h="36273" extrusionOk="0">
                  <a:moveTo>
                    <a:pt x="31907" y="5435"/>
                  </a:moveTo>
                  <a:lnTo>
                    <a:pt x="20788" y="22612"/>
                  </a:lnTo>
                  <a:lnTo>
                    <a:pt x="18511" y="26131"/>
                  </a:lnTo>
                  <a:lnTo>
                    <a:pt x="8884" y="28458"/>
                  </a:lnTo>
                  <a:lnTo>
                    <a:pt x="31907" y="5435"/>
                  </a:lnTo>
                  <a:close/>
                  <a:moveTo>
                    <a:pt x="35713" y="94"/>
                  </a:moveTo>
                  <a:cubicBezTo>
                    <a:pt x="35665" y="94"/>
                    <a:pt x="35615" y="100"/>
                    <a:pt x="35565" y="112"/>
                  </a:cubicBezTo>
                  <a:lnTo>
                    <a:pt x="35564" y="112"/>
                  </a:lnTo>
                  <a:cubicBezTo>
                    <a:pt x="35555" y="114"/>
                    <a:pt x="36041" y="1"/>
                    <a:pt x="660" y="8270"/>
                  </a:cubicBezTo>
                  <a:cubicBezTo>
                    <a:pt x="169" y="8385"/>
                    <a:pt x="0" y="8998"/>
                    <a:pt x="362" y="9348"/>
                  </a:cubicBezTo>
                  <a:lnTo>
                    <a:pt x="1592" y="10537"/>
                  </a:lnTo>
                  <a:cubicBezTo>
                    <a:pt x="1716" y="10656"/>
                    <a:pt x="1875" y="10715"/>
                    <a:pt x="2034" y="10715"/>
                  </a:cubicBezTo>
                  <a:cubicBezTo>
                    <a:pt x="2201" y="10715"/>
                    <a:pt x="2368" y="10650"/>
                    <a:pt x="2493" y="10522"/>
                  </a:cubicBezTo>
                  <a:cubicBezTo>
                    <a:pt x="2737" y="10269"/>
                    <a:pt x="2730" y="9866"/>
                    <a:pt x="2477" y="9621"/>
                  </a:cubicBezTo>
                  <a:lnTo>
                    <a:pt x="2087" y="9244"/>
                  </a:lnTo>
                  <a:lnTo>
                    <a:pt x="32295" y="2184"/>
                  </a:lnTo>
                  <a:lnTo>
                    <a:pt x="32295" y="2184"/>
                  </a:lnTo>
                  <a:lnTo>
                    <a:pt x="9830" y="16725"/>
                  </a:lnTo>
                  <a:lnTo>
                    <a:pt x="4431" y="11509"/>
                  </a:lnTo>
                  <a:cubicBezTo>
                    <a:pt x="4307" y="11389"/>
                    <a:pt x="4148" y="11330"/>
                    <a:pt x="3988" y="11330"/>
                  </a:cubicBezTo>
                  <a:cubicBezTo>
                    <a:pt x="3821" y="11330"/>
                    <a:pt x="3655" y="11395"/>
                    <a:pt x="3530" y="11524"/>
                  </a:cubicBezTo>
                  <a:cubicBezTo>
                    <a:pt x="3286" y="11777"/>
                    <a:pt x="3293" y="12180"/>
                    <a:pt x="3546" y="12423"/>
                  </a:cubicBezTo>
                  <a:lnTo>
                    <a:pt x="9046" y="17739"/>
                  </a:lnTo>
                  <a:lnTo>
                    <a:pt x="7766" y="23038"/>
                  </a:lnTo>
                  <a:cubicBezTo>
                    <a:pt x="7683" y="23379"/>
                    <a:pt x="7894" y="23723"/>
                    <a:pt x="8235" y="23806"/>
                  </a:cubicBezTo>
                  <a:cubicBezTo>
                    <a:pt x="8286" y="23818"/>
                    <a:pt x="8336" y="23824"/>
                    <a:pt x="8385" y="23824"/>
                  </a:cubicBezTo>
                  <a:cubicBezTo>
                    <a:pt x="8673" y="23824"/>
                    <a:pt x="8933" y="23628"/>
                    <a:pt x="9004" y="23337"/>
                  </a:cubicBezTo>
                  <a:lnTo>
                    <a:pt x="10311" y="17931"/>
                  </a:lnTo>
                  <a:lnTo>
                    <a:pt x="13829" y="15653"/>
                  </a:lnTo>
                  <a:lnTo>
                    <a:pt x="31005" y="4534"/>
                  </a:lnTo>
                  <a:lnTo>
                    <a:pt x="7983" y="27557"/>
                  </a:lnTo>
                  <a:lnTo>
                    <a:pt x="8365" y="25976"/>
                  </a:lnTo>
                  <a:cubicBezTo>
                    <a:pt x="8448" y="25634"/>
                    <a:pt x="8238" y="25290"/>
                    <a:pt x="7896" y="25208"/>
                  </a:cubicBezTo>
                  <a:cubicBezTo>
                    <a:pt x="7846" y="25195"/>
                    <a:pt x="7795" y="25190"/>
                    <a:pt x="7746" y="25190"/>
                  </a:cubicBezTo>
                  <a:cubicBezTo>
                    <a:pt x="7458" y="25190"/>
                    <a:pt x="7199" y="25385"/>
                    <a:pt x="7128" y="25677"/>
                  </a:cubicBezTo>
                  <a:lnTo>
                    <a:pt x="6213" y="29459"/>
                  </a:lnTo>
                  <a:cubicBezTo>
                    <a:pt x="6114" y="29868"/>
                    <a:pt x="6434" y="30245"/>
                    <a:pt x="6831" y="30245"/>
                  </a:cubicBezTo>
                  <a:cubicBezTo>
                    <a:pt x="6880" y="30245"/>
                    <a:pt x="6931" y="30239"/>
                    <a:pt x="6981" y="30227"/>
                  </a:cubicBezTo>
                  <a:lnTo>
                    <a:pt x="18702" y="27394"/>
                  </a:lnTo>
                  <a:lnTo>
                    <a:pt x="27093" y="36078"/>
                  </a:lnTo>
                  <a:cubicBezTo>
                    <a:pt x="27222" y="36211"/>
                    <a:pt x="27386" y="36272"/>
                    <a:pt x="27548" y="36272"/>
                  </a:cubicBezTo>
                  <a:cubicBezTo>
                    <a:pt x="27827" y="36272"/>
                    <a:pt x="28099" y="36091"/>
                    <a:pt x="28171" y="35781"/>
                  </a:cubicBezTo>
                  <a:lnTo>
                    <a:pt x="33640" y="12387"/>
                  </a:lnTo>
                  <a:cubicBezTo>
                    <a:pt x="33719" y="12044"/>
                    <a:pt x="33506" y="11702"/>
                    <a:pt x="33164" y="11622"/>
                  </a:cubicBezTo>
                  <a:cubicBezTo>
                    <a:pt x="33115" y="11611"/>
                    <a:pt x="33067" y="11605"/>
                    <a:pt x="33018" y="11605"/>
                  </a:cubicBezTo>
                  <a:cubicBezTo>
                    <a:pt x="32729" y="11605"/>
                    <a:pt x="32467" y="11803"/>
                    <a:pt x="32399" y="12097"/>
                  </a:cubicBezTo>
                  <a:lnTo>
                    <a:pt x="27197" y="34353"/>
                  </a:lnTo>
                  <a:lnTo>
                    <a:pt x="19716" y="26610"/>
                  </a:lnTo>
                  <a:lnTo>
                    <a:pt x="34258" y="4147"/>
                  </a:lnTo>
                  <a:lnTo>
                    <a:pt x="33017" y="9453"/>
                  </a:lnTo>
                  <a:cubicBezTo>
                    <a:pt x="32938" y="9796"/>
                    <a:pt x="33150" y="10138"/>
                    <a:pt x="33492" y="10218"/>
                  </a:cubicBezTo>
                  <a:cubicBezTo>
                    <a:pt x="33541" y="10229"/>
                    <a:pt x="33590" y="10235"/>
                    <a:pt x="33638" y="10235"/>
                  </a:cubicBezTo>
                  <a:cubicBezTo>
                    <a:pt x="33927" y="10235"/>
                    <a:pt x="34189" y="10037"/>
                    <a:pt x="34256" y="9743"/>
                  </a:cubicBezTo>
                  <a:lnTo>
                    <a:pt x="36328" y="880"/>
                  </a:lnTo>
                  <a:cubicBezTo>
                    <a:pt x="36427" y="473"/>
                    <a:pt x="36107" y="94"/>
                    <a:pt x="35713" y="94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508;p84">
              <a:extLst>
                <a:ext uri="{FF2B5EF4-FFF2-40B4-BE49-F238E27FC236}">
                  <a16:creationId xmlns:a16="http://schemas.microsoft.com/office/drawing/2014/main" id="{67AEE8FC-8270-F49F-07D0-249CAF23258F}"/>
                </a:ext>
              </a:extLst>
            </p:cNvPr>
            <p:cNvSpPr/>
            <p:nvPr/>
          </p:nvSpPr>
          <p:spPr>
            <a:xfrm>
              <a:off x="775325" y="4505404"/>
              <a:ext cx="108339" cy="107004"/>
            </a:xfrm>
            <a:custGeom>
              <a:avLst/>
              <a:gdLst/>
              <a:ahLst/>
              <a:cxnLst/>
              <a:rect l="l" t="t" r="r" b="b"/>
              <a:pathLst>
                <a:path w="10064" h="9940" extrusionOk="0">
                  <a:moveTo>
                    <a:pt x="9365" y="0"/>
                  </a:moveTo>
                  <a:cubicBezTo>
                    <a:pt x="9202" y="0"/>
                    <a:pt x="9039" y="63"/>
                    <a:pt x="8915" y="187"/>
                  </a:cubicBezTo>
                  <a:lnTo>
                    <a:pt x="249" y="8852"/>
                  </a:lnTo>
                  <a:cubicBezTo>
                    <a:pt x="0" y="9100"/>
                    <a:pt x="0" y="9503"/>
                    <a:pt x="249" y="9753"/>
                  </a:cubicBezTo>
                  <a:cubicBezTo>
                    <a:pt x="373" y="9877"/>
                    <a:pt x="536" y="9939"/>
                    <a:pt x="699" y="9939"/>
                  </a:cubicBezTo>
                  <a:cubicBezTo>
                    <a:pt x="862" y="9939"/>
                    <a:pt x="1025" y="9877"/>
                    <a:pt x="1149" y="9753"/>
                  </a:cubicBezTo>
                  <a:lnTo>
                    <a:pt x="9816" y="1087"/>
                  </a:lnTo>
                  <a:cubicBezTo>
                    <a:pt x="10064" y="838"/>
                    <a:pt x="10064" y="435"/>
                    <a:pt x="9816" y="187"/>
                  </a:cubicBezTo>
                  <a:cubicBezTo>
                    <a:pt x="9691" y="63"/>
                    <a:pt x="9528" y="0"/>
                    <a:pt x="93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509;p84">
              <a:extLst>
                <a:ext uri="{FF2B5EF4-FFF2-40B4-BE49-F238E27FC236}">
                  <a16:creationId xmlns:a16="http://schemas.microsoft.com/office/drawing/2014/main" id="{D8A0FB0A-EBF8-BD42-86BA-F81A7751EA05}"/>
                </a:ext>
              </a:extLst>
            </p:cNvPr>
            <p:cNvSpPr/>
            <p:nvPr/>
          </p:nvSpPr>
          <p:spPr>
            <a:xfrm>
              <a:off x="775325" y="4437806"/>
              <a:ext cx="75430" cy="74085"/>
            </a:xfrm>
            <a:custGeom>
              <a:avLst/>
              <a:gdLst/>
              <a:ahLst/>
              <a:cxnLst/>
              <a:rect l="l" t="t" r="r" b="b"/>
              <a:pathLst>
                <a:path w="7007" h="6882" extrusionOk="0">
                  <a:moveTo>
                    <a:pt x="6307" y="0"/>
                  </a:moveTo>
                  <a:cubicBezTo>
                    <a:pt x="6144" y="0"/>
                    <a:pt x="5981" y="62"/>
                    <a:pt x="5857" y="186"/>
                  </a:cubicBezTo>
                  <a:lnTo>
                    <a:pt x="249" y="5794"/>
                  </a:lnTo>
                  <a:cubicBezTo>
                    <a:pt x="0" y="6044"/>
                    <a:pt x="0" y="6445"/>
                    <a:pt x="249" y="6695"/>
                  </a:cubicBezTo>
                  <a:cubicBezTo>
                    <a:pt x="374" y="6819"/>
                    <a:pt x="537" y="6881"/>
                    <a:pt x="699" y="6881"/>
                  </a:cubicBezTo>
                  <a:cubicBezTo>
                    <a:pt x="862" y="6881"/>
                    <a:pt x="1025" y="6819"/>
                    <a:pt x="1149" y="6695"/>
                  </a:cubicBezTo>
                  <a:lnTo>
                    <a:pt x="6757" y="1087"/>
                  </a:lnTo>
                  <a:cubicBezTo>
                    <a:pt x="7006" y="839"/>
                    <a:pt x="7006" y="436"/>
                    <a:pt x="6757" y="186"/>
                  </a:cubicBezTo>
                  <a:cubicBezTo>
                    <a:pt x="6633" y="62"/>
                    <a:pt x="6470" y="0"/>
                    <a:pt x="63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510;p84">
              <a:extLst>
                <a:ext uri="{FF2B5EF4-FFF2-40B4-BE49-F238E27FC236}">
                  <a16:creationId xmlns:a16="http://schemas.microsoft.com/office/drawing/2014/main" id="{4024B559-8F61-0951-65ED-30489BFEE015}"/>
                </a:ext>
              </a:extLst>
            </p:cNvPr>
            <p:cNvSpPr/>
            <p:nvPr/>
          </p:nvSpPr>
          <p:spPr>
            <a:xfrm>
              <a:off x="875829" y="4538289"/>
              <a:ext cx="75409" cy="74085"/>
            </a:xfrm>
            <a:custGeom>
              <a:avLst/>
              <a:gdLst/>
              <a:ahLst/>
              <a:cxnLst/>
              <a:rect l="l" t="t" r="r" b="b"/>
              <a:pathLst>
                <a:path w="7005" h="6882" extrusionOk="0">
                  <a:moveTo>
                    <a:pt x="6306" y="1"/>
                  </a:moveTo>
                  <a:cubicBezTo>
                    <a:pt x="6143" y="1"/>
                    <a:pt x="5980" y="63"/>
                    <a:pt x="5856" y="188"/>
                  </a:cubicBezTo>
                  <a:lnTo>
                    <a:pt x="248" y="5795"/>
                  </a:lnTo>
                  <a:cubicBezTo>
                    <a:pt x="0" y="6044"/>
                    <a:pt x="0" y="6447"/>
                    <a:pt x="248" y="6695"/>
                  </a:cubicBezTo>
                  <a:cubicBezTo>
                    <a:pt x="372" y="6819"/>
                    <a:pt x="535" y="6882"/>
                    <a:pt x="699" y="6882"/>
                  </a:cubicBezTo>
                  <a:cubicBezTo>
                    <a:pt x="862" y="6882"/>
                    <a:pt x="1025" y="6819"/>
                    <a:pt x="1149" y="6695"/>
                  </a:cubicBezTo>
                  <a:lnTo>
                    <a:pt x="6757" y="1088"/>
                  </a:lnTo>
                  <a:cubicBezTo>
                    <a:pt x="7005" y="839"/>
                    <a:pt x="7005" y="436"/>
                    <a:pt x="6757" y="188"/>
                  </a:cubicBezTo>
                  <a:cubicBezTo>
                    <a:pt x="6632" y="63"/>
                    <a:pt x="6469" y="1"/>
                    <a:pt x="630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TextBox 1192">
            <a:extLst>
              <a:ext uri="{FF2B5EF4-FFF2-40B4-BE49-F238E27FC236}">
                <a16:creationId xmlns:a16="http://schemas.microsoft.com/office/drawing/2014/main" id="{E212188F-7510-176E-FAC1-DAA49160088B}"/>
              </a:ext>
            </a:extLst>
          </p:cNvPr>
          <p:cNvSpPr txBox="1"/>
          <p:nvPr/>
        </p:nvSpPr>
        <p:spPr>
          <a:xfrm>
            <a:off x="3073705" y="749495"/>
            <a:ext cx="5095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 During Development</a:t>
            </a:r>
            <a:endParaRPr lang="en-US" sz="1800" dirty="0"/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C4B510D6-ABBC-FA95-5E84-33A2581118A8}"/>
              </a:ext>
            </a:extLst>
          </p:cNvPr>
          <p:cNvSpPr txBox="1"/>
          <p:nvPr/>
        </p:nvSpPr>
        <p:spPr>
          <a:xfrm>
            <a:off x="1856343" y="1638101"/>
            <a:ext cx="5475382" cy="1769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Privacy and Compliance: Ensuring GDPR compliance for user data protection.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Matching Accuracy for New Users: Improved over time with more data.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Performance Under Load: Optimized for peak usage with load balancing.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ACB701B3-CF79-83DB-63E5-01BBBEC2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70">
            <a:extLst>
              <a:ext uri="{FF2B5EF4-FFF2-40B4-BE49-F238E27FC236}">
                <a16:creationId xmlns:a16="http://schemas.microsoft.com/office/drawing/2014/main" id="{7154352C-253E-0228-157F-DF30E77DBD19}"/>
              </a:ext>
            </a:extLst>
          </p:cNvPr>
          <p:cNvSpPr txBox="1"/>
          <p:nvPr/>
        </p:nvSpPr>
        <p:spPr>
          <a:xfrm>
            <a:off x="3758276" y="916406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Conclusion</a:t>
            </a:r>
            <a:endParaRPr sz="2400" b="1" dirty="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38" name="Google Shape;1238;p70">
            <a:extLst>
              <a:ext uri="{FF2B5EF4-FFF2-40B4-BE49-F238E27FC236}">
                <a16:creationId xmlns:a16="http://schemas.microsoft.com/office/drawing/2014/main" id="{8F99D637-D9AF-D42B-19B4-D06F034B1848}"/>
              </a:ext>
            </a:extLst>
          </p:cNvPr>
          <p:cNvSpPr txBox="1"/>
          <p:nvPr/>
        </p:nvSpPr>
        <p:spPr>
          <a:xfrm>
            <a:off x="878903" y="2423775"/>
            <a:ext cx="7551821" cy="20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◇"/>
            </a:pP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Noto Sans Medium"/>
              <a:cs typeface="Times New Roman" panose="02020603050405020304" pitchFamily="18" charset="0"/>
              <a:sym typeface="Noto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FB567-B0B7-211B-CEBC-17096D089A66}"/>
              </a:ext>
            </a:extLst>
          </p:cNvPr>
          <p:cNvSpPr txBox="1"/>
          <p:nvPr/>
        </p:nvSpPr>
        <p:spPr>
          <a:xfrm>
            <a:off x="1658039" y="1605051"/>
            <a:ext cx="5607584" cy="1769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platform offers an intelligent, secure, and scalable solution for job seekers and employers.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improves job matching, and strong security features ensure user data protection.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Future enhancements will include AI, mobile app development, and broader skill assessments.</a:t>
            </a:r>
          </a:p>
        </p:txBody>
      </p:sp>
    </p:spTree>
    <p:extLst>
      <p:ext uri="{BB962C8B-B14F-4D97-AF65-F5344CB8AC3E}">
        <p14:creationId xmlns:p14="http://schemas.microsoft.com/office/powerpoint/2010/main" val="541910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70"/>
          <p:cNvSpPr/>
          <p:nvPr/>
        </p:nvSpPr>
        <p:spPr>
          <a:xfrm rot="2701411">
            <a:off x="4030780" y="1237392"/>
            <a:ext cx="516966" cy="51696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70"/>
          <p:cNvSpPr txBox="1"/>
          <p:nvPr/>
        </p:nvSpPr>
        <p:spPr>
          <a:xfrm>
            <a:off x="2810825" y="197402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Future Enhancements</a:t>
            </a:r>
            <a:endParaRPr sz="2000" dirty="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38" name="Google Shape;1238;p70"/>
          <p:cNvSpPr txBox="1"/>
          <p:nvPr/>
        </p:nvSpPr>
        <p:spPr>
          <a:xfrm>
            <a:off x="878903" y="2423775"/>
            <a:ext cx="7551821" cy="20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AI Integration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Incorporating neural networks and NLP for smarter job matching.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Application Development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Expanding to mobile platforms for better accessibility.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Expanded Skill Assessment Modules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Adding more tests for diverse job roles.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AI-Powered Resume Parsing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Automating resume analysis for faster job matching.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◇"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Noto Sans Medium"/>
              <a:cs typeface="Times New Roman" panose="02020603050405020304" pitchFamily="18" charset="0"/>
              <a:sym typeface="Noto Sans Medium"/>
            </a:endParaRPr>
          </a:p>
        </p:txBody>
      </p:sp>
      <p:sp>
        <p:nvSpPr>
          <p:cNvPr id="1240" name="Google Shape;1240;p70"/>
          <p:cNvSpPr/>
          <p:nvPr/>
        </p:nvSpPr>
        <p:spPr>
          <a:xfrm>
            <a:off x="4109381" y="1311980"/>
            <a:ext cx="359764" cy="359764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A7B825D7-2172-A73E-A9E7-14D5CFAB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59;p71">
            <a:extLst>
              <a:ext uri="{FF2B5EF4-FFF2-40B4-BE49-F238E27FC236}">
                <a16:creationId xmlns:a16="http://schemas.microsoft.com/office/drawing/2014/main" id="{8BFA6464-00D9-479A-57D9-EC42449037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7938" y="7442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3" name="Google Shape;1260;p71">
            <a:extLst>
              <a:ext uri="{FF2B5EF4-FFF2-40B4-BE49-F238E27FC236}">
                <a16:creationId xmlns:a16="http://schemas.microsoft.com/office/drawing/2014/main" id="{0A1DA283-D0BB-7783-D389-BC7811433200}"/>
              </a:ext>
            </a:extLst>
          </p:cNvPr>
          <p:cNvSpPr txBox="1">
            <a:spLocks/>
          </p:cNvSpPr>
          <p:nvPr/>
        </p:nvSpPr>
        <p:spPr>
          <a:xfrm>
            <a:off x="2347900" y="18029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1600" dirty="0"/>
          </a:p>
        </p:txBody>
      </p:sp>
      <p:sp>
        <p:nvSpPr>
          <p:cNvPr id="5" name="Google Shape;1262;p71">
            <a:extLst>
              <a:ext uri="{FF2B5EF4-FFF2-40B4-BE49-F238E27FC236}">
                <a16:creationId xmlns:a16="http://schemas.microsoft.com/office/drawing/2014/main" id="{85FB3E8C-3A64-C6D8-1770-DB68A5484610}"/>
              </a:ext>
            </a:extLst>
          </p:cNvPr>
          <p:cNvSpPr txBox="1"/>
          <p:nvPr/>
        </p:nvSpPr>
        <p:spPr>
          <a:xfrm>
            <a:off x="713225" y="279100"/>
            <a:ext cx="18207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Job Match</a:t>
            </a:r>
            <a:endParaRPr sz="1000" b="1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Google Shape;1263;p71">
            <a:extLst>
              <a:ext uri="{FF2B5EF4-FFF2-40B4-BE49-F238E27FC236}">
                <a16:creationId xmlns:a16="http://schemas.microsoft.com/office/drawing/2014/main" id="{0D042653-D470-F3B8-8DA8-5BCF4E4D0025}"/>
              </a:ext>
            </a:extLst>
          </p:cNvPr>
          <p:cNvSpPr txBox="1"/>
          <p:nvPr/>
        </p:nvSpPr>
        <p:spPr>
          <a:xfrm>
            <a:off x="6637500" y="279100"/>
            <a:ext cx="18207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20xx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985269526"/>
      </p:ext>
    </p:extLst>
  </p:cSld>
  <p:clrMapOvr>
    <a:masterClrMapping/>
  </p:clrMapOvr>
</p:sld>
</file>

<file path=ppt/theme/theme1.xml><?xml version="1.0" encoding="utf-8"?>
<a:theme xmlns:a="http://schemas.openxmlformats.org/drawingml/2006/main" name="Job Application by Slidesgo">
  <a:themeElements>
    <a:clrScheme name="Simple Light">
      <a:dk1>
        <a:srgbClr val="353533"/>
      </a:dk1>
      <a:lt1>
        <a:srgbClr val="F3EEEB"/>
      </a:lt1>
      <a:dk2>
        <a:srgbClr val="FFFFFF"/>
      </a:dk2>
      <a:lt2>
        <a:srgbClr val="E4DFDE"/>
      </a:lt2>
      <a:accent1>
        <a:srgbClr val="C2B6B5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35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718</Words>
  <Application>Microsoft Office PowerPoint</Application>
  <PresentationFormat>On-screen Show (16:9)</PresentationFormat>
  <Paragraphs>101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Wingdings</vt:lpstr>
      <vt:lpstr>Arial</vt:lpstr>
      <vt:lpstr>Times New Roman</vt:lpstr>
      <vt:lpstr>Noto Sans Medium</vt:lpstr>
      <vt:lpstr>Noto Sans</vt:lpstr>
      <vt:lpstr>Bebas Neue</vt:lpstr>
      <vt:lpstr>Symbol</vt:lpstr>
      <vt:lpstr>Calibri</vt:lpstr>
      <vt:lpstr>Nunito Light</vt:lpstr>
      <vt:lpstr>Anaheim</vt:lpstr>
      <vt:lpstr>Alexandria</vt:lpstr>
      <vt:lpstr>Raleway</vt:lpstr>
      <vt:lpstr>Job Application by Slidesgo</vt:lpstr>
      <vt:lpstr>Job Match</vt:lpstr>
      <vt:lpstr>Table of contents</vt:lpstr>
      <vt:lpstr>Introduction</vt:lpstr>
      <vt:lpstr>System Architecture Overview</vt:lpstr>
      <vt:lpstr>Backend Overview</vt:lpstr>
      <vt:lpstr>Security Architecture</vt:lpstr>
      <vt:lpstr>Technical Implementation Overview</vt:lpstr>
      <vt:lpstr>Job Matching Algorithm</vt:lpstr>
      <vt:lpstr>Skill Assessment Module</vt:lpstr>
      <vt:lpstr>Security Features</vt:lpstr>
      <vt:lpstr>Testing and Validation</vt:lpstr>
      <vt:lpstr>Discussion - Achievements</vt:lpstr>
      <vt:lpstr>Key Strengths of the Platform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Karamcheti Sesha Sri Ram Kashyap</cp:lastModifiedBy>
  <cp:revision>47</cp:revision>
  <dcterms:modified xsi:type="dcterms:W3CDTF">2025-11-30T02:55:12Z</dcterms:modified>
</cp:coreProperties>
</file>